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la Unidad III. Hoy hay tres cosas: la infraestructura que hace usable una dApp (bloque A), el laboratorio 13 de firmas EIP-712 más integración asistida (B) y la entrega del Avance 1 con revisión técnica (C). Recordar desde el minuto uno: la lista de preguntas de la revisión técnica es pública y está en material/proyecto/02-avance-1.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Reparto real: 0-10 apertura (pregunta de la semana de la S12), 10-75 bloque A, 75-85 pausa, 85-155 bloque B (40 de laboratorio guiado y 30 de integración; mientras integran, el docente empieza la revisión técnica equipo por equipo), 155-180 bloque C. Si el grupo tiene más de 8 equipos, empezar la revisión desde el minuto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el objetivo en voz alta. Las cuatro preguntas se retoman en la lámina de ideas del bloque A y en la revisión técnica del bloque C. RA4 y RA6 son los que el Avance 1 evalúa.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leer las ocho definiciones: pedir que las lean y preguntar cuál ya habían escuchado. La distinción clave de hoy: SIWE firma TEXTO (ERC-191), no EIP-712. Muchos tutoriales lo confunden.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A: seis temas del plan (indexación, ENS, EIP-712 y SIWE, abstracción de cuentas, hosting, repositorio). Unos 10 minutos por tema. Cada uno se usa hoy mismo en B o se revisa en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Preguntar: ¿dónde queda el saldo que Ana tenía ayer? Respuesta: en ningún lado del storage; solo se puede reconstruir con los eventos Transfer. Conectar con la S6 (eventos) y la S5 (el log cuesta menos gas que el storage).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Cálculo: 31 536 000 s / 12 = 2 628 000 bloques. 2 628 000 / 10 000 = 262,8 → 263 consultas. El límite de 10 000 es un ejemplo: cada proveedor fija el suyo y cambia con el plan; pedir que revisen el de su proveedor. Hoy la red principal va por el bloque ~26 millones (consultado el 17-sep-2026).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Máximo tres parámetros indexed por evento (el primer topic es la firma del evento). Lo no indexado se puede leer pero no filtrar en el nodo. Truco práctico: guardar en el README el bloque del despliegue para usarlo como inicio del rango. En el laboratorio B la prueba 'los eventos se leen después con queryFilter' hace exactamente esto.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verificadas el 17-sep-2026: thegraph.com/blog/sunsetting-hosted-service (fin del hosted service el 12-jun-2024) y thegraph.com/studio-pricing (100 000 consultas gratis al mes). Muchos tutoriales viejos todavía dicen 'despliega en el hosted service': ya no existe. Error típico: pensar que The Graph 'lee el storage'; solo ve eventos (y opcionalmente llamadas). Un contrato sin eventos es invisible para él. 6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rápida al grupo: ¿alguno de sus proyectos necesita ordenar o paginar miles de registros? Normalmente ninguno. Dejar claro que un indexador propio es legítimo pero reintroduce el servidor central que la dApp quería evitar.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verificados en vivo con ethers contra la red principal el 17-sep-2026 (resolver 0x231b…8E63, contenthash ipfs://QmULSd…). Precio y período de gracia: docs.ens.domains/registry/eth. Seguridad: nombres parecidos (homoglifos) engañan; mostrar siempre también la dirección. ⚠ VERIFICAR ANTES DE DICTAR: en feb-2026 ENS anunció que ENSv2 se desplegará en la capa 1 (abandonó su L2 'Namechain'); revisar si ya migró y si cambia algo del flujo.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Prefijo exacto ERC-191: \x19Ethereum Signed Message:\n + longitud. EIP-712 usa el prefijo \x19\x01. Ambos prefijos existen para que una firma de mensaje NUNCA pueda interpretarse como una transacción válida. Pregunta: ¿por qué las billeteras modernas bloquean eth_sign?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prueba 'calcula el mismo resumen que ethers (TypedDataEncoder)' del laboratorio compara el hash de Solidity con el de ethers: si alguien se equivoca en el tipo, esa prueba lo delata antes que las demás. En Solidity se usa abi.encode (cada campo ocupa 32 bytes), no encodePacked.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tabla es el mapa del laboratorio: cada fila es una prueba con estrella. Pedir que la fotografíen. Nota: el valor del nonce lo consume _useCheckedNonce de OpenZeppelin (utils/Nonces.sol), el mismo mecanismo que usa ERC20Permit.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con la S10 (permit de ERC-20). Mostrar en la billetera del curso una solicitud de firma EIP-712 durante el laboratorio y pedir que lean cada campo en voz alta. No mencionar casos concretos con cifras sin verificarlas.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Formato del mensaje tomado de la especificación ERC-4361 (eips.ethereum.org/EIPS/eip-4361, estado Final). La especificación explica por qué eligió ERC-191 sobre EIP-712: soporte universal en billeteras. Para cuentas que son contratos, la verificación se hace con ERC-1271. Lo que SIWE protege: el dominio en el mensaje frena que un sitio falso reuse la firma para otro sitio; el nonce frena la repetición. Después del login, la sesión es web tradicional.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ERC-4337 está en producción desde el 1 de marzo de 2023, cuando se desplegó el EntryPoint en la red principal (anunciado en ETHDenver / WalletCon); no requirió bifurcación porque todo vive en contratos y en un mempool alternativo. Estado del estándar en eips.ethereum.org: Final. Costos que hay que decir: cada operación gasta más gas que una transacción simple, y se depende de bundlers y paymasters.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Verificado: blog.ethereum.org/2025/04/23/pectra-mainnet (activación en la época 364032, 7-may-2025, 10:05:11 UTC) y eips.ethereum.org/EIPS/eip-7702 (estado Final). No entrar en el formato de la transacción tipo 4. Idea para llevarse: la abstracción de cuentas ya no es futuro, está en la red principal.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Verificado el 17-sep-2026: el contenthash de vitalik.eth es ipfs://QmULSd… y vitalik.eth.limo responde. ERC-1577 define el campo contenthash. Error típico: 'mi dApp está en IPFS, es 100 % descentralizada'; el usuario igual llega por un gateway y un RPC centralizados. Para el curso, hosting tradicional es aceptable si el README lo declara.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plantilla de README del documento del Avance 1. La prueba de fuego de C: el docente clona el repo y sigue el README al pie de la letra. Si no arranca, el criterio 'repositorio documentado' no se cumple aunque el código sea bueno.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Repasar en voz alta en 2 minutos. Antes de la pausa, la pregunta de verificación de la lámina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(1) quitar el arreglo, emitir un evento con campos indexed y leerlo con queryFilter (o un subgrafo si hay volumen); el arreglo crece sin límite y encarece el contrato. (2) El mensaje debe incluir dominio, nonce de un solo uso y fecha de vencimiento (formato ERC-4361); si no, cualquiera que obtenga esa firma la reutiliza para siempre y en cualquier sitio. Dar 2 minutos en parejas y pedir dos respuestas. Luego pausa de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Repartir la guía en PDF: laboratorios-evm/guias/s13-firmas-eip712.pdf. El laboratorio tiene punto de control a los 20 minutos (TODO 1 verde) y a los 40 (16 pruebas verdes). Quien termine antes pasa a integrar su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caso es deliberadamente del mundo del curso: no hay datos personales en cadena, solo una dirección y un número de sesión (Ley 1581: nada de nombres ni documentos). Señalar que esto ES gas patrocinado, el mismo concepto de A.12, hecho a mano.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Verificado en la copia de prueba del docente: con el andamiaje intacto, 3 pasan y 13 fallan. npx hardhat test recibe ARCHIVOS, no carpetas. Si algún equipo no tiene el repositorio al día, que clone de nuevo.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proyectar esta lámina hasta el minuto 20 del laboratorio. Es exactamente contracts/s13/AsistenciaFirmada.sol. Pregunta de la guía: si se intercambian los pasos 3 y 4, ¿se rompe algo? Respuesta: no para la seguridad, porque el revert deshace el consumo del nonce; sí por estilo, porque checks-effects-interactions pide validar todo antes de escribir. 5 minutos de explicación tras el punto de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Salida tomada de una corrida real del script en la red local (Hardhat 3.16.0). El gas de registrar fue 75 330 en esa corrida con el nonce en cero; puede variar un poco. La firma cambia en cada corrida porque 'vence' depende de la hora del bloque. El andamiaje del script (andamiaje/s13/firmar-asistencia.js) tiene los TODO A-F para quien quiera escribirlo.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Etherscan tarda en verificar, reintentar con npx hardhat ignition verify &lt;deployment-id&gt;. Si no hay ETH de Sepolia, el docente distribuye desde la billetera institucional (plan, sección 10). La dirección de un contrato no es un secreto: puede ir en una variable de entorno; la clave, jamás.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tabla está ampliada en la guía PDF (sección de errores frecuentes). Circular por la sala preguntando en qué fila está cada pareja.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de revisión se sortea al inicio del bloque B y se escribe en el tablero. Unos 5 minutos por equipo. Los equipos que esperan siguen integrando. Recordar: mejor un flujo completo funcionando que cinco a medias.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 a mano las guías de S10, S11 y S12 para remitir. Si un error se repite en varios equipos, parar 1 minuto y explicarlo 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Respuesta: al contrato de Beto no pasa, porque verifyingContract es otro y el resumen cambia: ECDSA recupera otra dirección y revierte FirmaInvalida (prueba ★ dominio de otro contrato). Al contrato de Ana, la primera vez se registra (Beto solo transporta; no gana nada: la asistencia es de Ana) y la segunda revierte InvalidAccountNonce (prueba ★ repetición). Remarcar que quien envía no importa: importa quien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lo del bloque C está en el documento público material/proyecto/02-avance-1 (HTML y PDF): qué se entrega, plantilla de README, lista de chequeo, rúbrica y las preguntas de la revisión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plan de estudio, sección 8 (Avance 1, 10 %). La etiqueta de Git (git tag avance-1 &amp;&amp; git push --tags) fija qué commit se revisa. ⚠ VERIFICAR ANTES DE DICTAR: la hora límite y el medio de entrega (formulario o plataforma institucional) los fija el docente; ajustar esta lámina y el documento público si cambian.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rúbrica deriva de la rúbrica final del plan (sección 8): 'Pruebas y despliegue' y 'Sustentación y documentación'. Anunciar que la revisión técnica es individual dentro del equipo: se le puede preguntar a cualquiera.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seis de las doce preguntas del documento público (material/proyecto/02-avance-1). Registrar las respuestas en la hoja de revisión del docente. 5 minutos por equipo como máximo.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completa (más larga) está en el documento del Avance 1. Dar los últimos minutos para que cada equipo la recorra y etiquete el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pregunta de la semana se retoma en la apertura de la S14. Respuesta esperada: no hay una única correcta; se evalúa que nombren el costo (p. ej. SIWE agrega un backend de sesión; un subgrafo depende de Studio; un paymaster tiene que financiarse).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recordando la entrega de hoy y que la S14 tiene laboratorio en Hardhat (mini-AMM y oráculo de Chainlink en Sepolia): traer el keystore funcionando.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" y="3794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INTEGRAR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UNIDAD III · CIERRE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CERRAR EL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CÍRCULO DE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dAPP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historia sin recorrer la cadena, entrar sin contraseña con una firma, y entregar un proyecto que otro pueda correr.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12064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LAS TRES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Apertura de 10 minutos y una pausa de 10 entre A y B. Hoy la teoría es corta y práctica: todo lo que se explica en A se usa en B o se revisa en C.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572768" y="259689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INFRAESTRUCTURA DEL ECOSISTEMA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572768" y="292608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Indexación, ENS, EIP-712 y SIWE, abstracción de cuentas, hosting y repositorio.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704527" y="2468880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~65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75888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72768" y="38039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 13 + INTEGRACIÓN ASISTIDA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72768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por firma EIP-712; después, cada equipo integra su dApp.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704527" y="3675888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1572768" y="501091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 DEL AVANCE 1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572768" y="5340096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chequeo, rúbrica y cierre de la revisión técnica por equipos.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704527" y="4882896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PROPÓSITO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 SALIR DE AQUÍ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Cerrar el ciclo de la dApp e incorporar la infraestructura que la hace usable: indexación, nombres, firmas y cuentas.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PREGUNTAS QUE LA SESIÓN RESPONDE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25296" y="363016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no se puede sacar el historial de un contrato leyendo su estado, y qué se usa en su lugar?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66928" y="4133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5296" y="419709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firma exactamente una billetera en EIP-712, y qué impide que esa firma se reutilice?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47000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25296" y="47640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inicia sesión con una firma, y qué hace la abstracción de cuentas por el usuario nuevo?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5266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25296" y="5330952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tiene que tener un repositorio para que otro lo corra sin preguntarles nada?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16752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RA4 · despliegue verificado y reproducible  ·  RA6 · integración de la interfaz con contratos, firmas y eventos.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VOCABULARIO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SIGLAS Y TÉRMINOS DE HOY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/ EVENTO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898648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ejecución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 que un contrato emite con emit. Queda en el recibo, no en el estado: el contrato no puede leerlo después.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5576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05576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INDEXADOR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37296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61608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que lee los eventos una vez, los guarda en una base de datos y responde consultas rápidas.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SUBGRAFO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898648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subgraph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receta de indexación para The Graph: qué contrato, qué eventos y cómo guardarlos. Se consulta con GraphQL.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05576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05576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1608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537296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Name Service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61608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en cadena que traduce nombres como vitalik.eth a direcciones, y al revés.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EIP-712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898648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structured data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para firmar datos con tipos y un dominio. La billetera muestra campos legibles, no bytes.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05576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5576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16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SIWE · ERC-4361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537296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with Ethereum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461608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Iniciar sesión firmando un mensaje de texto estándar con nonce y dominio. Sin contraseña.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66928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6928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ERC-4337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898648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abstraction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22960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que son contratos, operadas con UserOperations, bundlers y un contrato EntryPoint.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205576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05576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61608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EIP-7702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537296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code for EOAs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461608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mayo de 2025, una cuenta normal puede delegar su ejecución a un contrato sin cambiar de dirección.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65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INFRAESTRUCTURA DEL ECOSISTEMA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contrato y una pantalla bastan para una demo. Para que la use gente real faltan piezas: leer la historia, nombres legibles, firmas y cuentas amables.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EL PROBLEMA DE LEER LA CADENA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ESTADO SOLO GUARDA EL PRESENTE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interfaz de la Sesión 12 leía balanceOf: una llamada, instantánea, gratis. Pero el producto pide otra cosa: «muéstrame todas las asistencias de Ana» o «las diez últimas transferencias». Y eso el contrato no lo sabe.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5391760" cy="21488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9718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GUARDA EL ESTADO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484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VALOR ACTUAL de cada variable: saldo de hoy, dueño de hoy.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escritura pisa la anterior: el valor viejo ya no está en el storage.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Leerlo es barato: una llamada por dato.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33008" y="2788920"/>
            <a:ext cx="5391760" cy="21488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507328" y="29718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DÓNDE ESTÁ LA HISTORIA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07328" y="3355848"/>
            <a:ext cx="484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los LOGS de los recibos: cada emit deja un registro con el bloque y la transacción.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logs no son accesibles desde el contrato: solo desde fuera.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Filtrarlos exige pedir rangos de bloques al nodo.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512064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340096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33856" y="53126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TÍPICO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804672" y="5632704"/>
            <a:ext cx="105823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«Guardo un arreglo con todo el historial en el contrato y lo leo desde la interfaz». Funciona con diez registros y se vuelve caro e ilegible con diez mil. La historia va en eventos; el estado guarda solo lo que el contrato necesita para decidir.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POR QUÉ NO ESCALA, CON NÚMEROS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RECORRER UN AÑO DE BLOQUES, A MANO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Supongamos que la interfaz quiere el historial completo de un contrato que lleva un año desplegado. En Ethereum sale un bloque cada 12 segundos.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3566160" cy="1783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2633472"/>
            <a:ext cx="3200400" cy="820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2 628 000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749808" y="3503066"/>
            <a:ext cx="320040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bloques en un año: 365 × 24 × 3 600 ÷ 12. Todos hay que revisarlos buscando los logs del contrato.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5968" y="2468880"/>
            <a:ext cx="3566160" cy="1783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98848" y="2633472"/>
            <a:ext cx="3200400" cy="820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7152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263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498848" y="3503066"/>
            <a:ext cx="320040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eth_getLogs si el proveedor deja pedir 10 000 bloques por vez. En cada visita de cada usuario.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65008" y="2468880"/>
            <a:ext cx="3559759" cy="1783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47888" y="2633472"/>
            <a:ext cx="3193999" cy="820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247888" y="3503066"/>
            <a:ext cx="3193999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de ordenar, agregar o paginar en el nodo: eso lo tiene que hacer el navegador con todo en memoria.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4805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proveedor de RPC limita el rango de bloques o el número de resultados por consulta, y cuenta las llamadas contra su plan gratuito. Lo que en local es instantáneo, en Sepolia o en la red principal se vuelve lento, caro o simplemente rechazado.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66928" y="544068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salida es indexar: leer los eventos UNA vez, guardarlos en una base de datos, y que la interfaz consulte esa base.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LA ALTERNATIVA LIGERA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LEER EVENTOS CON QUERYFILTER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23317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CONTRATO A LA CONSULTA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10655503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 evento del laboratorio de hoy: tres campos indexed = tres «topics» filtrables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AsistenciaRegistrada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enviadaPor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ethers v6, desde la interfaz o un script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filtro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AsistenciaRegistrada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solo las de Ana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eventos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queryFilter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filtro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bloqueDespliegue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"latest"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eventos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blockNumber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4251960"/>
            <a:ext cx="5391760" cy="1901952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" y="44348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CUÁNDO BASTA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41248" y="4818888"/>
            <a:ext cx="4843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Pocos eventos y un solo contrato: un proyecto de curso.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Empezar la búsqueda en el bloque del despliegue, no en 0.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Filtrar por campos indexed: el nodo hace el trabajo.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3008" y="4251960"/>
            <a:ext cx="5391760" cy="1901952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44348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CUÁNDO YA NO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07328" y="4818888"/>
            <a:ext cx="4843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 de eventos o varios contratos a la vez.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 falta ordenar, sumar o paginar.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usuario repetiría las mismas consultas al RPC.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INDEXAR DE VERDAD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GRAPH: UN SUBGRAFO EN TRES ARCHIVOS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2286000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" y="2185416"/>
            <a:ext cx="2103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 eventos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cada bloque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98648" y="2304288"/>
            <a:ext cx="45720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401568" y="1783080"/>
            <a:ext cx="2743200" cy="105156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93008" y="18745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INDEXADOR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93008" y="2185416"/>
            <a:ext cx="25603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sus mappings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guarda entidades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90488" y="2304288"/>
            <a:ext cx="45720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693408" y="1783080"/>
            <a:ext cx="2377440" cy="105156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84848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GRAPHQL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84848" y="2185416"/>
            <a:ext cx="2194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con filtro,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y paginación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116568" y="2304288"/>
            <a:ext cx="45720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619488" y="1783080"/>
            <a:ext cx="2005279" cy="105156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710928" y="1874520"/>
            <a:ext cx="1822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dAPP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710928" y="2185416"/>
            <a:ext cx="182239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consulta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pantalla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6324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ARCHIVO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DICE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subgraph.yaml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contrato, en qué red, desde qué bloque y qué eventos escuchar (el manifiesto).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schema.graphql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entidades se guardan: por ejemplo Asistencia { estudiante, sesion, bloque }.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mapping.ts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hacer con cada evento: crear o actualizar entidades. Se escribe en AssemblyScript.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548640" y="3044952"/>
            <a:ext cx="11094415" cy="16367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66928" y="4846320"/>
            <a:ext cx="11057839" cy="1298448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06577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33856" y="50383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ACTUAL, VERIFICADO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804672" y="5358384"/>
            <a:ext cx="10582351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«hosted service» gratuito de The Graph se apagó el 12 de junio de 2024. Hoy se publica en Subgraph Studio y se sirve desde su red descentralizada de indexadores; el plan gratuito incluye 100 000 consultas al mes. Todo lo demás del subgrafo es igual.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LA DECISIÓN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¿CUÁL USAR EN SU PROYECTO?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017520"/>
                <a:gridCol w="2743200"/>
                <a:gridCol w="26453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CUÁNDO CONVIENE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CUESTA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CENTRALIZA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queryFilter en la interfaz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Pocos eventos, un contrato, consultas simples.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Nada extra; llamadas al RPC.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Nada nuevo: el mismo RPC de siempre.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Subgrafo (The Graph)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Muchos eventos, filtros, orden, varias entidades.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Aprender GraphQL y AssemblyScript; consultas sobre el plan gratuito se pagan.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 de la red de indexadores y de Studio.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Indexador propio (script + base de datos)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Necesidades muy específicas o datos fuera de la cadena.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Operar un servidor y una base de datos.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Todo: ustedes son el punto único.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0083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892040"/>
            <a:ext cx="11057839" cy="1252728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11149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50840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 DEL CURSO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5404104"/>
            <a:ext cx="10582351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Usen la pieza más simple que resuelva. Para el Avance 2 basta queryFilter en casi todos los proyectos. Si eligen un subgrafo, el README debe decir por qué queryFilter no alcanzaba: es una decisión de diseño que se defiende.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NOMBRES LEGIBLES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ENS: VITALIK.ETH EN VEZ DE 0XD8DA…6045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dirección de 42 caracteres no se puede verificar a ojo. ENS es un registro en cadena que asocia nombres a direcciones, como el DNS asocia dominios a IP. Resolverlo es una LECTURA en dos pasos.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743200"/>
            <a:ext cx="11057839" cy="178308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281635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RESUELTO DE VERDAD EL 17-SEP-2026, RED PRINCIPAL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68096" y="3127248"/>
            <a:ext cx="10655503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JsonRpcProvider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URL_MAINNET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 URL, desde el keystore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resolveName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"vitalik.eth"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→ 0xd8dA6BF26964aF9D7eEd9e03E53415D37aA96045        (nombre → dirección)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"0xd8dA6BF26964aF9D7eEd9e03E53415D37aA96045"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→ "vitalik.eth"                                     (dirección → nombre, «reverse»)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" y="4681728"/>
            <a:ext cx="5391760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" y="4864608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FUNCIONA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41248" y="5248656"/>
            <a:ext cx="484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registro ENS dice qué contrato «resolver» atiende cada nombre; el resolver devuelve la dirección, o un contenthash para un sitio en IPFS.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33008" y="4681728"/>
            <a:ext cx="5391760" cy="146304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07328" y="4864608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TÍPICO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507328" y="5248656"/>
            <a:ext cx="484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Creer que el nombre es para siempre: los .eth se pagan por año (5 USD/año desde 5 letras) y, si vencen, tras 90 días de gracia otro los puede registrar.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A.7 · FIRMAR SIN TRANSACCIONAR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TRES FORMAS DE FIRMAR, TRES RIESGOS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Sesión 3 firmamos transacciones. Pero una billetera también firma MENSAJES: no van a la cadena, no cuestan gas, y aun así prueban quién los autorizó. La diferencia está en qué ve el usuario antes de firmar.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926080"/>
                <a:gridCol w="2286000"/>
                <a:gridCol w="31939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TIPO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SE FIRMA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VE EL USUARIO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RIESGO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Hash crudo (eth_sign)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bytes cualesquiera.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hexadecimal ilegible.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Puede ser el hash de una transacción: por eso las billeteras lo bloquean.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Texto (ERC-191, personal_sign)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texto con el prefijo «\x19Ethereum Signed Message».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texto tal cual.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prefijo impide que sea una transacción. Es el que usa SIWE.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Datos tipados (EIP-712)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Campos con tipo + un DOMINIO (app, versión, red, contrato).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campo con su nombre y valor.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el usuario no lee los campos, puede firmar un permiso de gastar sus tokens.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724912"/>
            <a:ext cx="11094415" cy="24140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530352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firma sigue siendo la de la Sesión 3: ECDSA sobre secp256k1, y de la firma se recupera la dirección. Lo que cambia es QUÉ bytes se firman.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A.8 · EIP-712 POR DENTRO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DOMINIO + TIPOS + MENSAJE = UN RESUMEN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219456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CORRE EL LABORATORIO 13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10655503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dominio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"AsistenciaUSB"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chainId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11155111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verifyingContract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"0x…"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Sepolia y SU contrato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"estudiante"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"address"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"sesion"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"uint256"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"nonce"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"uint256"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"vence"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"uint256"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signTypedData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dominio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mensaje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gratis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verifyTypedData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dominio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mensaje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dirección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4069080"/>
            <a:ext cx="11057839" cy="566928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142232"/>
            <a:ext cx="107286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resumen = keccak256( 0x19 0x01  ‖  hash(dominio)  ‖  keccak256( typeHash ‖ estudiante ‖ sesion ‖ nonce ‖ vence ) 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4773168"/>
            <a:ext cx="5391760" cy="1371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4956048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SOLIDITY (OPENZEPPELIN 5)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41248" y="5340096"/>
            <a:ext cx="484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Heredan EIP712("AsistenciaUSB", "1"). _hashTypedDataV4(hashStruct) arma el resumen; ECDSA.recover(resumen, firma) devuelve quién firmó.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3008" y="4773168"/>
            <a:ext cx="5391760" cy="137160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07328" y="4956048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TÍPICO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507328" y="5340096"/>
            <a:ext cx="484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el tipo con un espacio de más, otro orden o abi.encodePacked. La firma «no verifica» y nadie sabe por qué: el typeHash debe ser idéntico, carácter por carácter.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A.9 · POR QUÉ HAY DOMINIO, NONCE Y VENCIMIENTO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FIRMA VÁLIDA NO ES VÁLIDA PARA SIEMPRE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firma es un objeto que cualquiera puede copiar. Si el mensaje no dice DÓNDE, CUÁNTAS VECES y HASTA CUÁNDO vale, quien la copie la puede reenviar. Cada campo cierra un ataque concreto, y el laboratorio prueba los cinco:</a:t>
            </a:r>
            <a:endParaRPr lang="en-US" sz="13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0169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ATAQUE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LO IMPIDE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PRUEBA DEL LABORATORIO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4074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Reenviar la firma en otra red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chainId en el dominio.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dominio de otra cadena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074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Reenviarla a otro contrato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verifyingContract en el dominio.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dominio de otro contrato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4074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Enviarla dos veces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nonce que se consume al usarla.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repetición (InvalidAccountNonce)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074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Usarla meses después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vence: fecha límite en el mensaje.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firma vencida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4074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Firmar por otra persona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recover(resumen, firma) ≠ estudiante.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firma de otro (FirmaInvalida)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724912"/>
            <a:ext cx="11094415" cy="25511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544068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típico: comprobar la firma y olvidar el nonce. El contrato «funciona» en todas las pruebas felices y es vulnerable a la primera repetición.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A.10 · LA CARA PELIGROSA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FIRMAR UN PERMISO ES ENTREGAR LA LLAVE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EIP-712 hace legible la firma, pero no la hace inofensiva. El mismo mecanismo que hoy registra una asistencia sirve, en ERC-2612 (permit), para autorizar a un tercero a gastar tus tokens. Sin gas, sin transacción visible.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9748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28803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ATAQUE DE PHISHING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41248" y="3264408"/>
            <a:ext cx="484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sitio falso pide «firmar para verificar la billetera».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firma es un Permit: spender = el atacante, value = todo.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atacante envía la firma y vacía los tokens. La víctima nunca pagó gas.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3008" y="269748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507328" y="28803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COSTUMBRE PROFESIONAL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07328" y="3264408"/>
            <a:ext cx="484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el dominio: ¿es la app que creo, en la red que creo?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el tipo: Permit, Order, Delegation… ¿qué autoriza?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se entiende, no se firma. Regla del curso desde la S1.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12064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340096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33856" y="53126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 DEL CURSO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804672" y="5632704"/>
            <a:ext cx="105823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firma lo que no se entiende, aunque «sea gratis». Una firma sin gas puede mover más dinero que una transacción.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A.11 · LOGIN SIN CONTRASEÑA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SIGN-IN WITH ETHEREUM (ERC-4361)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760720" cy="32461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MENSAJE ESTÁNDAR (TEXTO, ERC-191)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5358384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miapp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edu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Ethereum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x70997970C51812dc3A010C7d01b50e0d17dc79C8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tablero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//miapp.edu.co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11155111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f3kQ2mZ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T19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Expiration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T19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56248" y="1737360"/>
            <a:ext cx="5068519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84264" y="17373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6948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86800" y="1828800"/>
            <a:ext cx="28282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servidor genera un nonce de un solo uso.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56248" y="2542032"/>
            <a:ext cx="5068519" cy="71323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84264" y="2542032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269480" y="27523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686800" y="2633472"/>
            <a:ext cx="28282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billetera muestra el texto; el usuario firma.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556248" y="3346704"/>
            <a:ext cx="5068519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84264" y="334670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269480" y="355701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686800" y="3438144"/>
            <a:ext cx="28282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servidor recupera la dirección y revisa dominio, nonce y fecha.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556248" y="4151376"/>
            <a:ext cx="5068519" cy="71323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84264" y="415137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269480" y="4361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86800" y="4242816"/>
            <a:ext cx="28282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 una cookie o un token como siempre.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340096"/>
            <a:ext cx="237744" cy="23774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1133856" y="53126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TÍPICO: «SIWE ES EIP-712»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804672" y="5632704"/>
            <a:ext cx="105823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No: ERC-4361 firma TEXTO con ERC-191, a propósito, porque todas las billeteras lo soportan. EIP-712 es otra herramienta, la que usa el laboratorio para autorizar una acción en un contrato.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A.12 · BILLETERAS QUE SON CONTRATOS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ABSTRACCIÓN DE CUENTAS: ERC-4337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cuenta normal (EOA) es «una clave, una cuenta»: sin la frase semilla no hay recuperación, y sin ETH no hay primera transacción. ERC-4337 convierte la cuenta en un contrato programable, sin cambiar el protocolo.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2240280" cy="9601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29260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3236976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una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UserOperation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852928" y="3310128"/>
            <a:ext cx="41148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310128" y="2834640"/>
            <a:ext cx="2240280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01568" y="29260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401568" y="3236976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junta varias y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el gas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96128" y="3310128"/>
            <a:ext cx="41148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053328" y="2834640"/>
            <a:ext cx="2240280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4768" y="29260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ENTRYPOINT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44768" y="3236976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único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valida y ejecuta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339328" y="3310128"/>
            <a:ext cx="411480" cy="914"/>
          </a:xfrm>
          <a:prstGeom prst="line">
            <a:avLst/>
          </a:prstGeom>
          <a:noFill/>
          <a:ln w="2540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8796528" y="2834640"/>
            <a:ext cx="2828239" cy="9601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87968" y="2926080"/>
            <a:ext cx="26453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CUENTA-CONTRATO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887968" y="3236976"/>
            <a:ext cx="2645359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 propias reglas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validación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173468" y="3794760"/>
            <a:ext cx="914" cy="274320"/>
          </a:xfrm>
          <a:prstGeom prst="line">
            <a:avLst/>
          </a:prstGeom>
          <a:noFill/>
          <a:ln w="19050">
            <a:solidFill>
              <a:srgbClr val="0F0F11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5047488" y="4069080"/>
            <a:ext cx="42519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138928" y="406908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PAYMASTER · OPCIONAL · PAGA EL GAS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800600"/>
          <a:ext cx="11057839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173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CAPACIDAD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RESUELVE PARA EL USUARIO NUEVO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Recuperación social o por guardianes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Perder un dispositivo ya no es perderlo todo.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Gas patrocinado (paymaster)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Empezar sin tener ETH: la app paga.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344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Operaciones por lotes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 + usar en una sola confirmación (el doble paso de la S10).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548640" y="4782312"/>
            <a:ext cx="11094415" cy="1380744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A.13 · YA ACTIVO DESDE MAYO DE 2025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EIP-7702: LA CUENTA NORMAL APRENDE TRUCOS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actualización Pectra (red principal, 7 de mayo de 2025) una EOA puede firmar una AUTORIZACIÓN que delega su ejecución al código de un contrato. Conserva la misma dirección y los mismos fondos, y gana lotes y gas patrocinado.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4741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ERC-4337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EIP-7702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de contratos, sin cambiar el protocolo.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del protocolo: un tipo de transacción nuevo.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dirección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cuenta-contrato nueva, con dirección nueva.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misma EOA de siempre.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clave original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Puede dejar de ser necesaria (otras reglas).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Sigue mandando: quien tiene la clave, manda.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9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 complementan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Aporta la infraestructura: bundlers, paymasters.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Deja que una EOA existente use esa infraestructura.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724912"/>
            <a:ext cx="11094415" cy="21854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074920"/>
            <a:ext cx="11057839" cy="1069848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29437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33856" y="526694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RIESGO NUEVO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804672" y="5586984"/>
            <a:ext cx="10582351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 una autorización 7702 hacia un contrato malicioso es entregarle la cuenta entera. Es la versión extrema de la lámina A.10: la billetera debe mostrar a qué código se delega, y el usuario debe entenderlo.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A.14 · DÓNDE VIVE EL FRONTEND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IPFS + ENS FRENTE A HOSTING TRADICIONAL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1488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HOSTING TRADICIONAL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Vercel, Netlify o un servidor propio. Rápido de montar y gratis para empezar. Pero si el proveedor cae, bloquea la cuenta o cambia el código, la dApp deja de estar accesible o sirve otra cosa.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1488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IPFS + ENS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compila el frontend, se sube a IPFS (contenido direccionado por hash, S11) y se pone su CID en el contenthash del nombre ENS. Un gateway como eth.limo lo sirve: vitalik.eth.limo funciona así hoy.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6908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¿QUIÉN LA CONTROLA EN UNA DAPP TÍPICA?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411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Contratos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en particular: la cadena.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Frontend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proveedor de hosting, o nadie si está en IPFS con su CID fijado (pinning).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411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Gateway IPFS y RPC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Empresas concretas: siguen siendo puntos centrales.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Indexador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 / red de The Graph, o su propio servidor.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548640" y="4050792"/>
            <a:ext cx="11094415" cy="2112264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A.15 · UN REPOSITORIO QUE OTRO PUEDA CORRER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ESTRUCTURA MÍNIMA DE UN PROYECTO WEB3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035040" cy="283464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ÁRBOL DE REFERENCIA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56327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ó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ó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contratos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despliegue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interfaz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SEGURIDAD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SIEMPRE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gitignore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node_modules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artifacts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830568" y="1737360"/>
            <a:ext cx="47941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README es la puerta de entrada. La plantilla está en material/proyecto/02-avance-1. Debe tener, como mínimo: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30568" y="2606040"/>
            <a:ext cx="4794199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y por qué blockchain (del anteproyecto).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Direcciones desplegadas con enlace a Etherscan verificado.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Comandos exactos para instalar, probar y desplegar.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cobertura y de Slither.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queda centralizado, dicho con honestidad.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800600"/>
            <a:ext cx="11057839" cy="1344168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02005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49926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NINGÚN SECRETO EN EL REPOSITORIO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04672" y="5312664"/>
            <a:ext cx="10582351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Claves privadas y URLs de RPC van SOLO en el keystore de Hardhat (npx hardhat keystore set …). Antes de cada push: git status y revisar. Un secreto subido una vez queda en la historia de Git aunque después se borre.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A.16 · LO QUE HAY QUE LLEVARSE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IDEAS DE INFRAESTRUCTURA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44168" y="18105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estado guarda el presente; la historia está en los eventos. Se lee con queryFilter o se indexa.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44168" y="254203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 hoy se usa por Subgraph Studio: el hosted service se apagó en junio de 2024.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14553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00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44168" y="327355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 es una lectura en dos pasos; los nombres vencen y los parecidos engañan.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319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44168" y="400507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EIP-712 firma datos con dominio; el nonce y el vencimiento evitan que la firma se reuse.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60857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63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44168" y="473659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SIWE firma texto (ERC-191). 4337 y 7702 hacen la cuenta programable; 7702 ya está en la red.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34009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949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344168" y="54681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repo está listo cuando otro lo corre siguiendo el README, sin secretos dentro.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60716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A.17 · CIERRE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 DE VERIFICACIÓN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73736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compañero guarda en su contrato un arreglo con cada asistencia «para poder mostrar el historial», y su login pide firmar el texto «Hola». ¿Qué dos cosas le cambian?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703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RESPONDER, PIENSEN EN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4069080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debería vivir la historia, y con qué se lee desde la interfaz.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le falta a «Hola» para que una firma copiada no sirva a un atacante.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campos del dominio EIP-712 y del mensaje SIWE cumplen esa función.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70 MINUTOS · 40 DE LAB + 30 DE INTEGRACIÓN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 13 · FIRMA EIP-712 E INTEGRACIÓN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Primero, en parejas, un contrato que autentica con firmas y resiste cinco ataques. Después, cada equipo integra su propia dApp mientras el docente hace la revisión técnica.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QUÉ VAN A CONSTRUIR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ASISTENCIA FIRMADA: FIRMA UNO, PAGA OTRO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estudiante firma en su billetera «asistí a la sesión 13», gratis. El computador del docente envía esa firma al contrato y paga el gas. El contrato solo registra la asistencia si la firma es del estudiante, para este contrato, en esta red, con el nonce que toca y antes de vencer.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17520"/>
          <a:ext cx="11057839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474720"/>
                <a:gridCol w="36511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ARCHIVO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HACEN USTEDES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823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andamiaje/s13/AsistenciaFirmada.sol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contrato con TODO 1 a 5.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copian sobre contracts/s13/ y lo completan.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3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test/s13/AsistenciaFirmada.test.js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pruebas: 8 felices, 8 ataques (★).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modifica. Es el juez.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23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scripts/s13/firmar-asistencia.js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Firma, verifica fuera y envía; lee eventos.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corren en local y luego en Sepolia.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3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ignition/modules/s13-AsistenciaFirmada.js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despliegue reproducible.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Despliegan y verifican en Sepolia.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999232"/>
            <a:ext cx="11094415" cy="22768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544068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Evidencia: dirección del contrato verificada en Sepolia + hash de la transacción registrar + salida del script + respuestas de la guía.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PASOS 1 Y 2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PREPARAR Y VER LAS PRUEBAS EN ROJO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237744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LA TERMINAL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10655503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andamiaje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AsistenciaFirmada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andamiaje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AsistenciaFirmada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macOS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Linux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AsistenciaFirmada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passing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ó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dominio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failing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falta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279392"/>
            <a:ext cx="5391760" cy="1865376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" y="4462272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SABER QUE VA BIEN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41248" y="4846320"/>
            <a:ext cx="4843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 sin errores (solo avisos de «pure»).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Salen exactamente 3 verdes y 13 rojas.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rojas nombran lo que falta: resumen, firma, nonce…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33008" y="4279392"/>
            <a:ext cx="5391760" cy="1865376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4462272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NO SALE ASÍ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507328" y="4846320"/>
            <a:ext cx="4843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HH404 / archivo no encontrado: están fuera de laboratorios-evm.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de compilación: copiaron el archivo a medias.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pruebas: pasaron una carpeta en vez del archivo.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B.3 · PASOS 3 Y 4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CINCO TODO DEL CONTRATO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32461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SOLUCIÓN, PARA LA PROYECCIÓN DESPUÉS DEL PUNTO DE CONTROL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10655503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hashAsistencia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bytes32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bytes32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hashStruct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keccak256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ASISTENCIA_TYPEHASH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TODO 1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_hashTypedDataV4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hashStruct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calldata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FirmaVencida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ECDSA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hashAsistencia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FirmaInvalida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_useCheckedNonce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asistio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AsistenciaRegistrada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512064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control a los 20 minutos: con el TODO 1 pasa la prueba «calcula el mismo resumen que ethers». Al terminar el 5: 16 passing.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6928" y="56692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la copien antes de intentarlo: la guía da cada TODO con pistas, y la proyección llega después del punto de control.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B.4 · PASO 5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SCRIPT: FIRMAR, VERIFICAR, ENVIAR, LEER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329184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REAL EN LA RED LOCAL (LA FIRMA CAMBIA CON LA HORA)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10655503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x28ccf51f1807d3ec0a1170eea504e438cffeb71ae5e308ed6035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transacciones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estudiante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despu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transaccionar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VERIFICACI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Ó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FUERA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CADENA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recuperado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x70997970C51812dc3A010C7d01b50e0d17dc79C8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coincide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CADENA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enviada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xf39Fd6e51aad88F6F4ce6aB8827279cffFb92266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75330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EVENTOS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queryFilter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ó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nonce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enviada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xf39F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2266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521208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deben poder explicar: por qué el contador de transacciones del estudiante no cambia al firmar, y por qué la dirección que envía es otra.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B.5 · PASO 6 · EVIDENCIA EN CADENA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LLEVARLO A SEPOLIA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3716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REQUIERE EL KEYSTORE DE LA SESIÓN 8 (SEPOLIA_RPC_URL, SEPOLIA_PRIVATE_KEY, ETHERSCAN_API_KEY)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10655503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AsistenciaFirmada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"0x…la dirección que imprimió Ignition…"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s13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asistencia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3291840"/>
            <a:ext cx="11057839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" y="329184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3456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0" y="3383280"/>
            <a:ext cx="78574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Ignition imprime la dirección y, con --verify, el enlace a Etherscan con el código verificado.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11057839" cy="62179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4944" y="400507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416966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FIRMAR Y ENVIAR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657600" y="4096512"/>
            <a:ext cx="78574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Sepolia hay una sola cuenta: firma y envía la misma. Tarda unos 12 s por bloque.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57839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4944" y="471830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8828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COMPROBAR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657600" y="4809744"/>
            <a:ext cx="78574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Etherscan: la pestaña Events muestra AsistenciaRegistrada con su dirección y la sesión 13.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5431536"/>
            <a:ext cx="11057839" cy="62179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94944" y="543153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55961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657600" y="5522976"/>
            <a:ext cx="78574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Dirección, hash de la transacción registrar y captura de la pestaña Events.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B.6 · ERRORES FRECUENTES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SUELE FALLAR EN ESTE LABORATORIO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44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SÍNTOMA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CAUSA Y SOLUCIÓN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resumen no coincide con el de ethers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typeHash distinto: espacios, orden o nombres. Cópienlo exacto de la guía.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FirmaInvalida con una firma correcta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Firmaron con otro chainId o verifyingContract: lean el dominio con eip712Domain().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InvalidAccountNonce en la primera firma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Usaron un nonce fijo: pídanlo con contrato.nonces(estudiante).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FirmaVencida en Sepolia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hora del bloque, no la del computador: calculen vence desde el último bloque.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queryFilter devuelve vacío en Sepolia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Rango desde el bloque 0: el RPC lo rechaza o lo corta. Empiecen cerca del despliegue.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4198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30352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estos síntomas son la misma lección: una firma vale solo para el mensaje EXACTO que se firmó. Un bit distinto y es otra firma.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B.7 · LA SEGUNDA MITAD DEL BLOQUE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INTEGRACIÓN ASISTIDA: EL CORTE VERTICAL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19202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0" y="1828800"/>
            <a:ext cx="7857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Desplegados y verificados en Sepolia: esto es Avance 1 y se revisa hoy.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478024"/>
            <a:ext cx="11057839" cy="65836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478024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6609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0" y="2569464"/>
            <a:ext cx="7857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npx hardhat test --coverage con 80 % o más de líneas en SUS contratos.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218688"/>
            <a:ext cx="11057839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218688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4015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LECTURA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0" y="3310128"/>
            <a:ext cx="7857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interfaz muestra un dato real de su contrato (avance hacia el Avance 2).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3959352"/>
            <a:ext cx="11057839" cy="65836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3959352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1422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ESCRITURA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657600" y="4050792"/>
            <a:ext cx="7857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transacción desde la interfaz, con sus estados (S12).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4700016"/>
            <a:ext cx="11057839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4944" y="4700016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80160" y="48828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FIRMA (SI APLICA)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657600" y="4791456"/>
            <a:ext cx="7857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¿Algún flujo de su proyecto mejora con EIP-712? Anótenlo en el README.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66928" y="544068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tanto, el docente pasa equipo por equipo con la lista pública de preguntas de la revisión técnica (bloque C). Tengan abiertos Etherscan, la terminal y el README.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B.8 · LOS ATASCOS TÍPICOS DE INTEGRAR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CASI TODO ES UN DETALLE OLVIDADO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845759"/>
                <a:gridCol w="19202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SÍNTOMA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CAUSA FRECUENTE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SESIÓN DONDE SE VIO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961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interfaz no ve el contrato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Dirección o ABI viejos, o red distinta a la del despliegue.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1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Cantidades enormes o minúsculas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Olvidar parseUnits / formatUnits con los decimales del token.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961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transacción «no hace nada»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espera tx.wait() y se lee el estado antes de que se mine.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61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imagen del NFT no aparece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tokenURI con un CID mal fijado o sin gateway.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961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Funcionaba y de repente no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proveedor RPC cortó por límite de tasa: clave propia en el keystore.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3284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21208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este bloque no es expositivo: el docente circula y resuelve los atascos reales, que casi nunca son conceptos nuevos.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B.9 · CIERRE DEL BLOQUE B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 DE VERIFICACIÓN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73736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 firmó su asistencia en Sepolia para SU contrato. Beto copia la firma y la envía al contrato de su equipo, desplegado con el mismo código. ¿Pasa? ¿Y si la envía dos veces al contrato de Ana?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703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RESPONDER, PIENSEN EN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4069080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campo del dominio distingue dos contratos con el mismo código.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prueba con ★ del laboratorio reproduce cada caso.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error exacto devuelve el contrato en cada uno.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25 MINUTOS · 10 % DE LA NOTA FINAL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ENTREGA DEL AVANCE 1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entrega grande del proyecto: contratos desplegados y verificados, pruebas con cobertura y un repositorio que otro puede correr.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QUÉ SE ENTREGA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TRES COMPONENTES DEL AVANCE 1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  <a:gridCol w="36511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COMPONENTE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REQUISITO VERIFICABLE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CÓMO SE COMPRUEBA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Contratos en Sepolia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Desplegados con Ignition y verificados: el código se lee en Etherscan.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Enlace en el README; pestaña Contract con marca verde.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Suite de pruebas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80 % de líneas en SUS contratos, con casos de reversión y límite.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npx hardhat test --coverage en vivo.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88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Repositorio documentado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README con la plantilla, sin secretos, reproducible desde cero.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docente clona y sigue el README.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4140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297680"/>
            <a:ext cx="5391760" cy="184708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41248" y="44805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NO ES EL AVANCE 1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41248" y="4864608"/>
            <a:ext cx="4843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frontend terminado: eso es el Avance 2 (S16).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de librerías de OpenZeppelin: cuentan sus contratos.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33008" y="4297680"/>
            <a:ext cx="5391760" cy="1847088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6507328" y="448056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SE ENTREGA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507328" y="4864608"/>
            <a:ext cx="4843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Enlace al repositorio y commit etiquetado avance-1.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del curso, hoy antes de las 23:59.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C.2 · CÓMO SE CALIFICA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RÚBRICA DEL AVANCE 1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4023360"/>
                <a:gridCol w="33768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CRITERIO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PESO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EXCELENTE (5,0)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INSUFICIENTE (&lt; 3,0)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790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Contratos desplegados y verificados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Todos verificados, desplegados con Ignition, direcciones en el README.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desplegar o sin verificar.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0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Pruebas y cobertura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80 % de líneas; reversiones, límites y eventos probados.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Menos de 60 % o solo casos felices.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90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Repositorio y README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instala y prueba siguiendo el README; sin secretos; Slither documentado.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arranca o contiene claves.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0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Revisión técnica en vivo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tres integrantes responden con solvencia.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sabe explicar su código.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5112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3949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columna «aceptable (3,5)» y el detalle de cada nivel están en el documento del Avance 1. Una clave privada en el repositorio anula el criterio de repositorio.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C.3 · LA REVISIÓN TÉCNICA, PÚBLICA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PREGUNTAS QUE HARÁ EL DOCENTE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Muéstrenme el contrato verificado en Etherscan. ¿Qué hace esta función, línea por línea?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Corran la cobertura ahora. ¿Qué línea NO está cubierta y por qué aceptan ese riesgo?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Enséñenme una prueba que espere una reversión. ¿Qué error personalizado verifica?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dijo Slither y qué hicieron con cada hallazgo?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clono el repo ahora, ¿qué comando corro primero? ¿Dónde están las claves?</a:t>
            </a:r>
            <a:endParaRPr lang="en-US" sz="13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parte de su proyecto NO está descentralizada, y lo dice el README?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66928" y="521208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examen sorpresa: la lista completa está publicada. Prepárenla. Cualquiera de los tres puede ser preguntado.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C.4 · ANTES DE ENTREGAR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LISTA DE CHEQUEO EN CINCO MINUTOS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92608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CÓDIGO Y PRUEBAS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npx hardhat test pasa completo en un clon limpio.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≥ 80 % de líneas en sus contratos.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menos una prueba por cada error personalizado.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Slither corrido; hallazgos anotados en docs/SEGURIDAD.md.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92608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DESPLIEGUE Y REPOSITORIO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Direcciones de Sepolia en el README, con enlace verificado.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package-lock.json incluido; .gitignore correcto.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log sin claves ni .env; keystore para todo secreto.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 avance-1 empujada al remoto.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892040"/>
            <a:ext cx="11057839" cy="1252728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11149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33856" y="50840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PRUEBA DEL README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04672" y="5404104"/>
            <a:ext cx="10582351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 de los tres clona el repositorio en una carpeta nueva y sigue el README sin ayuda de los otros dos. Si se detiene en algún paso, el README no está listo. Háganlo antes de entregar, no después.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DE LA SEMANA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13 · INTEGRACIÓN FULL-STACK E INFRAESTRUCTURA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¿Qué pieza de hoy —indexación, ENS, EIP-712, SIWE o abstracción de cuentas— le haría más bien a su proyecto, y qué costo o centralización agrega?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LA PRÓXIMA SESIÓN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977640"/>
            <a:ext cx="1105783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el Avance 1 (contratos verificados, cobertura ≥ 80 %, README) con la etiqueta avance-1.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13: evidencia de Sepolia y respuestas de la guía, por el canal del curso.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para la Sesión 14: qué es un AMM (x · y = k) y qué fue el colapso de UST/Terra.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el frontend: el Avance 2 (dApp integrada) se entrega en la Sesión 16.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874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377440"/>
            <a:ext cx="1105783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demo necesita un contrato y una pantalla. Un producto necesita todo lo que hay en medio.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66928" y="4343400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Avance 1 cierra la Unidad III. La Unidad IV mira el ecosistema: DeFi, gobernanza, escalabilidad y la ley.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14 · DEFI · AMM, PRÉSTAMOS, STABLECOINS, ORÁCULOS Y SUS RIESGOS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13 · Integración full-stack e infraestructura</dc:title>
  <dc:subject>Sesión 13 · Integración full-stack e infraestructura</dc:subject>
  <dc:creator>Universidad de San Buenaventura Medellín</dc:creator>
  <cp:lastModifiedBy>Universidad de San Buenaventura Medellín</cp:lastModifiedBy>
  <cp:revision>1</cp:revision>
  <dcterms:created xsi:type="dcterms:W3CDTF">2026-09-18T01:18:51Z</dcterms:created>
  <dcterms:modified xsi:type="dcterms:W3CDTF">2026-09-18T01:18:51Z</dcterms:modified>
</cp:coreProperties>
</file>