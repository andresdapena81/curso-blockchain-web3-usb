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Arranca la Unidad II. Hasta ahora la cadena guardaba transacciones de valor; desde hoy guarda y ejecuta programas.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las exposiciones se alargan, recortar A.14 y A.19: están completas en el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6 equipos: 6 × (5 + 2) = 42 minutos. Con más de 6, bajar la pregunta a una sola por cada dos equipos.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los equipos que escribieron bien el párrafo del límite. Si alguno confundió 'el folleto exagera' con 'la tecnología no sirve', corregirlo aquí sin nombrarlo.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Buterin, V. (2014), Ethereum White Paper. Retoma la lámina 'Turing-completo y compatibilidad con la EVM' de la S1.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cambio vuelve a una dirección nueva en las billeteras bien diseñadas, lo que mejora la privacidad del modelo UTXO.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Cardano usa un UTXO extendido (eUTXO) precisamente para intentar tener programabilidad sin perder paralelismo. Mencionar solo si preguntan.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Yellow Paper escribe esto como σ_{t+1} ≡ Υ(σ_t, T). No hace falta la notación: sí la idea de que el estado es una función pura de la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abstracción de cuentas (ERC-4337, Sesión 13) difumina esta frontera: billeteras que son contratos. Por eso conviene tener clara la distinción clásica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encabezado de cada bloque incluye la stateRoot: la raíz de TODAS las cuentas. Un cliente ligero puede verificar el saldo de una cuenta con una prueba de inclusión, igual que en la S2.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'n' final en JavaScript es BigInt. El error de principiante más común en el frontend (Sesión 12) es mezclar number y BigInt.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chainId entró con EIP-155 (2016) tras la división Ethereum/Ethereum Classic: sin él, las transacciones se podían repetir en la otra cadena.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68 bytes en total: 4 + 32 + 32. Dos funciones con el mismo selector colisionarían; con 4 bytes pasa, y es un vector de ataque conocido en proxies (Sesión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Distinción clave: gas es la cantidad de trabajo (fija por instrucción). El precio del gas es cuánto ETH vale cada unidad (variable según la demanda).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el explorador una transacción con status Fail durante el laboratorio forense: siempre hay alguna.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EIP-1559, el precio era una subasta de primer precio: la gente pagaba de más por miedo. Ahora la tarifa base es predecible bloque a bloque.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la multiplicación en el tablero. Es exactamente el ejercicio del informe forense.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evm.codes permite ejecutar opcodes paso a paso en el navegador. Buen recurso para quien quiera profundizar.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proporción que hay que memorizar: escribir un dato nuevo cuesta unas 7 000 veces más que una suma. Todo diseño de contratos gira alrededor de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error 'stack too deep' de Solidity viene de ese límite de 16. Aparece cuando una función tiene demasiadas variables locales.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scripts/s05/medir-gas.js. Si alguien obtiene valores algo distintos, suele ser por otra versión del compilador; las proporciones se mantienen.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Mencionar que en la red principal la mayoría de bloques los arman constructores especializados (separación proponente-constructor, MEV-boost). Se profundiza en MEV en la Sesión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este recorrido en vivo sobre una transferencia de token en Sepolia antes de soltar el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guía completa y la hoja de trabajo están en laboratorios-evm/guias/s05.md.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predicción es lo que se evalúa, no el acierto. Una predicción muy equivocada pero bien explicada vale más que una copia de la tabla.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prepara la Sesión 11 (IPFS) y el diseño del proyecto: casi siempre se guarda un hash en cadena y el dato fuera.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EJECUTAR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UNIDAD II · ETHEREUM Y CONTRATOS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ETHEREUM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 LA MÁQUINA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computador que nadie apaga, que todos ejecutan a la vez, y en el que cada instrucción tiene precio.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de transición: se cierra el caso Estonia y empieza la Unidad II, la columna vertebral del curso.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95728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395728"/>
            <a:ext cx="777240" cy="78638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3957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2374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EXPOSICIONES · CASO ESTONIA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852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equipo, preguntas y síntesis.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395728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~45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291840"/>
            <a:ext cx="11057839" cy="786384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291840"/>
            <a:ext cx="777240" cy="786384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2918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41985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MÁQUINA DE ESTADOS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37490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Cuentas, transacciones, gas, EIP-1559 y la EVM por dentro.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291840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~60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57839" cy="786384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187952"/>
            <a:ext cx="777240" cy="786384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18795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43159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 05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forense de transacciones reales y medición de gas.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187952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~60 min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84064"/>
            <a:ext cx="11057839" cy="786384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6928" y="5084064"/>
            <a:ext cx="777240" cy="786384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508406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30" name="Text 27"/>
          <p:cNvSpPr/>
          <p:nvPr/>
        </p:nvSpPr>
        <p:spPr>
          <a:xfrm>
            <a:off x="1572768" y="521208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572768" y="554126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Evidencia, pregunta de la semana y lo que trae Solidity.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9704527" y="5084064"/>
            <a:ext cx="1691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Entender Ethereum como máquina de estados replicada y leer en un explorador el costo real de una transacción.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cambia al pasar de un registro de pagos a un computador compartido?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contiene exactamente una transacción, y qué hace cada campo?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cada instrucción cuesta gas, y cómo se fija su precio?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escribir un dato cuesta cien veces más que sumar dos números?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RA2 · arquitectura y costos  ·  RA3 · base para programar contratos (complementario)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Virtual Machine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máquina virtual que ejecutan todos los nodos. Mismo programa + mismo estado = mismo resultado en todos.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EOA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Externally Owned Account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controlada por una clave privada. Es la única que puede iniciar una transacción.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UTXO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Unspent Transaction Output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Salida de transacción no gastada: el modelo de Bitcoin, sin saldos, solo «billetes» por gastar.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 · GWEI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unidades de ether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ETH = 10¹⁸ wei. 1 gwei = 10⁹ wei. Todo se calcula en enteros: no hay decimales en la EVM.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de trabajo computacional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instrucción consume una cantidad fija. Se paga en ETH según el precio del momento.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EIP-1559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Improvement Proposal 1559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 de tarifa desde 2021: una tarifa base que se quema más una propina para el validador.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operación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elemental de la EVM: ADD, SLOAD, SSTORE, CALL… Cada una con su costo en gas.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Binary Interface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convención para codificar qué función se llama y con qué argumentos dentro del campo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45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EXPOSICIONES · EL CASO ESTONIA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equipo. Veredicto al frente, la mejor evidencia en pantalla, y la fuente abierta para responder.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E.1 · LA DINÁMICA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CORREN LAS EXPOSICIONES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20253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0" y="1828800"/>
            <a:ext cx="785743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sorteo, no voluntario. Se anuncia el orden completo antes de empezar para que nadie se prepare mientras otro expone.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734056"/>
            <a:ext cx="11057839" cy="868680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734056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30220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CINCO MINUTOS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0" y="2825496"/>
            <a:ext cx="785743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Cronómetro visible. Al minuto 5 se corta, sin excepción: elegir qué mostrar es parte de lo que se evalúa.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730752"/>
            <a:ext cx="11057839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730752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40187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PREGUNTA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0" y="3822192"/>
            <a:ext cx="785743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persona del curso pregunta de dónde salió un dato. El equipo abre la fuente y señala el lugar.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4727448"/>
            <a:ext cx="11057839" cy="868680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727448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501548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657600" y="4818888"/>
            <a:ext cx="785743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un equipo expone, los demás anotan su veredicto en una línea. Lo usamos en la síntesis.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68112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87568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5660136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EVALÚA EN ESTE MOMENTO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5980176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10 % de exposición de la rúbrica. El documento escrito se califica aparte.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E.2 · SÍNTESIS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QUEDÓ DEMOSTRADO Y LO QUE NO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32461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HECHOS VERIFICABLES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whitepaper de Bitcoin no contiene la palabra «blockchain».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FAQ oficial reconoce que se llamaba «hash-linked time-stamping».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artículo de Guardtime ancla la confianza en publicaciones periódicas en medios, incluidos periódicos.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propios autores citan a Haber y Stornetta como origen de la técnica.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32461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JUICIOS QUE DEPENDEN DE LA DEFINICIÓN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«cadena de bloques» exige participación abierta y consenso entre desconocidos, KSI no lo es.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basta con encadenamiento criptográfico verificable, sí lo es.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ningún caso el error del folleto prueba que KSI sea mala tecnología.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5166360"/>
            <a:ext cx="11057839" cy="96012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50976" y="5349240"/>
            <a:ext cx="1028974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veredicto bien sostenido no es el que acierta: es el que dice qué definición usó y qué no puede concluir.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MÁQUINA DE ESTADOS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no es una moneda con extras. Es un computador compartido que, además, tiene una moneda para cobrar su uso.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DE BITCOIN A ETHEREUM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DINERO PROGRAMABLE AL COMPUTADOR COMPARTIDO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3774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BITCOIN · 2009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lenguaje de guion deliberadamente limitado: sin bucles.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Pensado para una sola cosa: condiciones de gasto de monedas.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Limitarlo es una decisión de seguridad, no un descuido.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3774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 · 2015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 por Vitalik Buterin en 2013; red en marcha en julio de 2015.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lenguaje de propósito general: Turing-completo.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programa, siempre que alguien pague cada paso que ejecuta.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34340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50976" y="452628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que cambió: ya no es «¿quién le pagó a quién?», sino «¿cuál es el estado de todos los programas después de esta transacción?».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Turing-completo trae un problema que Bitcoin evitaba: un programa puede no terminar nunca. Guarden esa idea: es la razón de ser del gas.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DOS FORMAS DE LLEVAR LA CUENTA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MODELO UTXO FRENTE A MODELO DE CUENTAS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lo anticipamos en la Sesión 3. Ahora que conocemos Ethereum se ve con claridad, porque cada red eligió un modelo distinto por razones de diseño.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6517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UTXO · BITCOIN · COMO BILLETES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303580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existe «el saldo de Ana». Existen salidas no gastadas que su clave puede desbloquear. Para pagar 7 con un billete de 10, se gasta el billete entero y se crean dos salidas nuevas: 7 para el comercio y 3 de cambio para Ana.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468880"/>
            <a:ext cx="5391760" cy="23317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6517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CUENTAS · ETHEREUM · COMO UN BANCO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3035808"/>
            <a:ext cx="484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 un registro global: la dirección de Ana tiene 10. Pagar 7 resta 7 de su cuenta y suma 7 a la otra. Las cuentas de contrato además guardan código y datos propios.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5029200"/>
            <a:ext cx="2011680" cy="5669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50292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BILLETE 10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78608" y="5312664"/>
            <a:ext cx="548640" cy="914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127248" y="5029200"/>
            <a:ext cx="132588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18688" y="50292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COMERCIO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44568" y="5029200"/>
            <a:ext cx="132588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36008" y="50292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ANA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464808" y="5029200"/>
            <a:ext cx="2194560" cy="566928"/>
          </a:xfrm>
          <a:prstGeom prst="rect">
            <a:avLst/>
          </a:prstGeom>
          <a:solidFill>
            <a:srgbClr val="FAF9FB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56248" y="50292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ANA: 10 →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96528" y="5029200"/>
            <a:ext cx="2828239" cy="566928"/>
          </a:xfrm>
          <a:prstGeom prst="rect">
            <a:avLst/>
          </a:prstGeom>
          <a:solidFill>
            <a:srgbClr val="FAF9FB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87968" y="5029200"/>
            <a:ext cx="26453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COMERCIO: 0 → 7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QUÉ IMPLICA CADA MODELO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NINGUNO ES MEJOR: RESUELVEN COSAS DISTINTAS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34840"/>
                <a:gridCol w="44284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CRITERIO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UTXO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CUENTAS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967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Privacidad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Mejor: cada pago puede usar direcciones nuevas y no hay saldo acumulado a la vista.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Peor: una dirección concentra todo su historial y su saldo.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7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Paralelismo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Natural: dos transacciones que gastan salidas distintas no se estorban.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Difícil: dos transacciones sobre la misma cuenta deben ordenarse.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967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Programabilidad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Limitada: el estado vive repartido en salidas sueltas.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Natural: un contrato tiene su saldo y su memoria en un solo lugar.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7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Repetición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Imposible por diseño: una salida gastada ya no existe.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Exige el contador de cuenta (nonce) que vimos en la Sesión 3.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967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Tamaño del estado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conjunto de salidas no gastadas.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Todas las cuentas con todo su almacenamiento: crece sin parar.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8313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669280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de cuentas es la condición para que existan los contratos inteligentes tal como los vamos a programar. Es su mayor ventaja y la raíz de varios problemas que veremos en seguridad.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LA IDEA CENTRAL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MÁQUINA DE ESTADOS REPLICADA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11057839" cy="658368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856232"/>
            <a:ext cx="107286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estado_nuevo  =  aplicar( estado_anterior , transacción 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2697480"/>
            <a:ext cx="3429000" cy="14173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5528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Σ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cuentas: saldos, código y datos de cada contrato.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023360" y="3401568"/>
            <a:ext cx="310896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61688" y="2697480"/>
            <a:ext cx="3429000" cy="14173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90288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TRANSACCIÓN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90288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instrucción firmada: qué ejecutar y con qué valor.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818120" y="3401568"/>
            <a:ext cx="310896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156448" y="2697480"/>
            <a:ext cx="3429000" cy="14173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85048" y="28346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Σ′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85048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resultado. Idéntico en todos los nodos del mundo.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66928" y="434340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miles de nodos lleguen al mismo σ′ sin comunicarse el resultado, la ejecución tiene que ser DETERMINISTA. Eso prohíbe cosas que en otros entornos son triviales: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66928" y="4983480"/>
            <a:ext cx="110578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hora exacta del computador, un archivo local o una página web.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números aleatorios de verdad: la aleatoriedad en cadena es un problema abierto (Sesión 9).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punto flotante: dos procesadores podrían redondear distinto.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DOS TIPOS DE CUENTA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CUENTAS EXTERNAS Y CUENTAS DE CONTRATO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369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CUENTA EXTERNA (EOA)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CUENTA DE CONTRATO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687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controla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Quien tenga la clave privada.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propio código. Nadie la controla desde fuera.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7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Tiene código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Sí: el bytecode desplegado, que no se puede cambiar.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687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Inicia transacciones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Sí. Es la única que puede.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 Solo reacciona cuando alguien la llama.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7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 dirección sale 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hash de la clave pública (Sesión 3).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dirección de quien la desplegó y su contador.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687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Ejemplo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 billetera del curso.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contrato de entradas del proyecto del docente.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1912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047488"/>
            <a:ext cx="11057839" cy="1115568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6694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23951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CONSECUENCIA QUE MÁS SORPRENDE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559552"/>
            <a:ext cx="1058235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contrato nunca hace nada por sí solo. No hay tareas programadas ni procesos de fondo: todo empieza con una persona firmando una transacción.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QUÉ GUARDA CADA CUENTA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CUATRO CAMPOS DEL ESTADO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37360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310128" y="1847088"/>
            <a:ext cx="81317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Cuántas transacciones envió (EOA) o cuántos contratos creó (contrato). El contador anti-repetición de la Sesión 3.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33472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0F0F1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" y="26334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balance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310128" y="2743200"/>
            <a:ext cx="81317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saldo en wei. Un entero de 256 bits.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0F0F1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3529584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storageRoot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310128" y="3639312"/>
            <a:ext cx="81317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raíz de un árbol con todos los datos persistentes del contrato. Vacío en una EOA.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425696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0F0F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4425696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codeHash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3310128" y="4535424"/>
            <a:ext cx="81317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hash del código del contrato. En una EOA, el hash de «nada».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394960"/>
            <a:ext cx="11057839" cy="786384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33856" y="55869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MERKLE OTRA VEZ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04672" y="5907024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storageRoot es la raíz de un árbol de Merkle-Patricia: la misma idea de la Sesión 2, adaptada a pares clave-valor.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LA MONEDA Y SUS UNIDADES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HAY DECIMALES: TODO SE CUENTA EN WEI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206240"/>
                <a:gridCol w="52056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WEI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 QUÉ SE USA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36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unidad real. Todo saldo y todo cálculo dentro de la EVM está en wei.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gwei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1 000 000 000  (10⁹)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del gas. «La tarifa base está en 3 gwei».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36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ether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1 000 000 000 000 000 000  (10¹⁸)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Montos que ve una persona. Solo existe en las interfaces.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19568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384048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enteros: la EVM tiene que dar el mismo resultado en todos los procesadores (A.4). El punto flotante redondea distinto según el hardware; los enteros no.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4572000"/>
            <a:ext cx="11057839" cy="15544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" y="4718304"/>
            <a:ext cx="10655503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JavaScript con ethers v6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parseEther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"0.5"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500000000000000000n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formatEther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500000000000000000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"0.5"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parseUnits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"3"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"gwei"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3000000000n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ANATOMÍA DE UNA TRANSACCIÓN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CONTIENE EXACTAMENTE LO QUE SE FIRMA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669280" cy="43891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TRANSACCIÓN TIPO 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526694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EIP-1559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chainId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11155111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Sepolia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maxPriorityFeePerGas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2000000000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gwei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maxFeePerGas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30000000000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30 gwei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gasLimit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65000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"0x1c7D…7238"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"0xa9059cbb000…"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accessList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firma: v, r, 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10528" y="1737360"/>
            <a:ext cx="5114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CHAINID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510528" y="2048256"/>
            <a:ext cx="51142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Impide repetir la firma en otra red. Una transacción de Sepolia no vale en la red principal.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510528" y="2624328"/>
            <a:ext cx="5114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10528" y="2935224"/>
            <a:ext cx="51142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contador de la cuenta. Fija el orden y evita la repetición.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510528" y="3511296"/>
            <a:ext cx="5114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MAXFEE · PRIORITY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10528" y="3822192"/>
            <a:ext cx="51142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está dispuesto a pagar por unidad de gas, como máximo y como propina.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10528" y="4398264"/>
            <a:ext cx="5114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GASLIMIT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10528" y="4709160"/>
            <a:ext cx="51142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de trabajo. Si se agota, la ejecución se revierte.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10528" y="5285232"/>
            <a:ext cx="5114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· VALUE · DATA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10528" y="5596128"/>
            <a:ext cx="51142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quién, cuántos wei, y qué función con qué argumentos.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EL CAMPO DATA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SE DICE «LLAMA A ESTA FUNCIÓN»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llamada a contrato viaja en data: primero el selector de la función, después los argumentos, cada uno rellenado a 32 bytes. Esta es una transferencia real de 25 tokens, codificada con ethers: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97480"/>
            <a:ext cx="11057839" cy="123444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70632"/>
            <a:ext cx="107286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a9059cbb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000000000000000000000000732805fbe544f6117b755512f2029e3e8b6aa135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0000000000000000000000000000000000000000000000015af1d78b58c40000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4114800"/>
            <a:ext cx="11057839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4114800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SELECTOR · 4 BYTES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80560" y="4206240"/>
            <a:ext cx="7034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primeros 4 bytes de keccak256("transfer(address,uint256)"). Keccak de la Sesión 2, otra vez.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791456"/>
            <a:ext cx="11057839" cy="603504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4944" y="4791456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49469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ARGUMENTO 1 · 32 BYTES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480560" y="4882896"/>
            <a:ext cx="7034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dirección de destino, rellenada con ceros por la izquierda. Es la dirección del laboratorio de la Sesión 3.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468112"/>
            <a:ext cx="11057839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" y="5468112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5623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ARGUMENTO 2 · 32 BYTES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80560" y="5559552"/>
            <a:ext cx="7034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× 10¹⁸ en hexadecimal: el token tiene 18 decimales, así que 25 tokens son 25 seguidos de 18 ceros.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POR QUÉ EXISTE EL GAS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PROGRAMA QUE NO TERMINA NUNCA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 lenguaje Turing-completo, alguien puede desplegar un bucle infinito. Y no existe algoritmo que decida de antemano si un programa cualquiera terminará: es el problema de la parada, demostrado por Turing en 1936.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11057839" cy="1115568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50976" y="2926080"/>
            <a:ext cx="1028974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Solución: no se pregunta si el programa termina. Se cobra cada paso por adelantado, y cuando se acaba lo pagado, se detiene.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66928" y="4041648"/>
            <a:ext cx="5391760" cy="212140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422452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RESUELVE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4608576"/>
            <a:ext cx="48431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puede bloquear la red con un cómputo infinito.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consume recursos de miles de nodos los paga.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costo de un ataque de denegación de servicio se vuelve real.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33008" y="4041648"/>
            <a:ext cx="5391760" cy="2121408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422452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NO RESUELVE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4608576"/>
            <a:ext cx="48431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barato lo que de verdad es costoso.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evita que un contrato mal hecho consuma gas en vano.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protege al usuario que firma un límite demasiado alto sin mirar.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A.11 · LÍMITE Y CONSUMO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LÍMITE DE GAS Y LO QUE PASA SI SE AGOTA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1998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OCURRE CON EL ESTADO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OCURRE CON EL GAS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Termina bien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aplican todos los cambios.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cobra solo lo usado. El resto del límite no se paga.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 revierte (require falla)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aplica ningún cambio: como si no hubiera ocurrido.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cobra el gas consumido HASTA el punto del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 agota el límite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aplica ningún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cobra el límite COMPLETO: el trabajo sí se hizo.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4140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343400"/>
            <a:ext cx="11057839" cy="10972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56285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45354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ERROR QUE CUESTA DINERO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4855464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transacción fallida también aparece en el explorador, con estado «Fail», y también se paga. Revertir protege el estado, no el bolsillo.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las billeteras estiman el gas antes de enviar: ejecutan la transacción en simulación sobre el estado actual y proponen un límite con un margen.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A.12 · EL PRECIO DEL GAS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EIP-1559: TARIFA BASE MÁS PROPINA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agosto de 2021 el precio no se subasta a ciegas. Tiene dos partes con destinos distintos: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33172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5146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TARIFA BASE (BASEFEE)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289864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fija el protocolo en cada bloque, igual para todos. Si el bloque anterior pasó de la mitad de su capacidad, sube; si quedó por debajo, baja. Como máximo un 12,5 % por bloque. Se QUEMA: no la recibe nadie.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33008" y="233172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5146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PROPINA (PRIORITYFEE)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289864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elige el usuario y la recibe el validador que incluye la transacción. Es el incentivo para ser incluido antes cuando hay congestión.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11057839" cy="59436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736592"/>
            <a:ext cx="1072865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 = gas_usado × (tarifa_base + propina)          con   tarifa_base + propina  ≤  maxFeePerGas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66928" y="544068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firma es un máximo. Si la tarifa base baja entre la firma y la inclusión, la diferencia no se cobra.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A.13 · CON NÚMEROS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CUÁNTO CUESTA DE VERDAD UNA TRANSFERENCIA DE TOKENS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2912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 DÓNDE SALE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 usado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consumió la ejecución (el límite firmado era mayor).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Tarifa base del bloque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gwei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fijó el protocolo en ese bloque.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Propina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gwei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eligió la billetera del usuario.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Precio efectivo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gwei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más propina.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Costo total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65 000 × 14 gwei = 910 000 gwei = 0,00091 ETH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sale de la cuenta, además del valor transferido.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Quemado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65 000 × 12 gwei = 0,00078 ETH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Desaparece de la oferta total de ETH.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2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 el validador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65 000 × 2 gwei = 0,00013 ETH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propina.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8770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7150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ilustrativas: en el laboratorio las van a leer de transacciones reales. El orden de magnitud es el mismo; el precio cambia minuto a minuto.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A.14 · POR DENTRO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EVM ES UNA MÁQUINA DE PILA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 registros como un procesador: opera sobre una pila de palabras de 256 bits. Cada instrucción saca valores de arriba, opera y pone el resultado.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514600"/>
            <a:ext cx="5760720" cy="21488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258775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+ 4, Y GUARDARLO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8096" y="2898648"/>
            <a:ext cx="535838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x03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pila: [3]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x04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pila: [4, 3]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pila: [7]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pila: [0, 7]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SSTORE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guarda 7 en la ranura 0 · pila: []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2514600"/>
            <a:ext cx="502279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Palabras de 256 bits: por eso uint256 es el tipo natural de Solidity.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Profundidad máxima de 1 024 elementos.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Unas 150 instrucciones, cada una con su costo fijo en gas.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Solidity compila a esta secuencia de bytes: el bytecode que se despliega.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892040"/>
            <a:ext cx="11057839" cy="1234440"/>
          </a:xfrm>
          <a:prstGeom prst="rect">
            <a:avLst/>
          </a:prstGeom>
          <a:solidFill>
            <a:srgbClr val="F2F0F5"/>
          </a:solidFill>
          <a:ln w="22225">
            <a:solidFill>
              <a:srgbClr val="0F0F1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114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50840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HACE FALTA ESCRIBIR ESTO A MANO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04672" y="5404104"/>
            <a:ext cx="1058235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van a programar en opcodes. Pero cuando en la Sesión 7 optimicen gas, o en la Sesión 9 lean un exploit, van a necesitar saber que cada línea de Solidity se paga en instrucciones como estas.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A.15 · LA TABLA DE PRECIOS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CUESTA CADA INSTRUCCIÓN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48399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INSTRUCCIÓN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HACE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· MUL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Aritmética en la pila. Casi gratis.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KECCAK256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+ 6 por palabra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Calcular un hash.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SLOAD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2 100 primera vez · 100 después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Leer una ranura del almacenamiento.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SSTORE 0 → x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20 000 (+ 2 100 primer acceso)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Estrenar una ranura. La operación más cara de uso común.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SSTORE x → 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2 900 (+ 2 100 primer acceso)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Cambiar un valor que ya existía.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 + 375 por tema + 8 por byte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Emitir un evento.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Transacción base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por existir: firma, nonce, saldo.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Datos de la llamada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por byte cero · 16 por byte no cero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viaja en data.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014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80644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vigentes desde la actualización Berlin (2021). Referencia: evm.codes. Las actualizaciones posteriores ajustaron algunos casos, pero la jerarquía es la misma.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A.16 · DÓNDE VIVEN LOS DATOS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STORAGE, MEMORY Y CALLDATA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651760"/>
                <a:gridCol w="38340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LUGAR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QUIÉN LO MODIFICA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COSTO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880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storage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siempre, entre transacciones.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el propio contrato.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Muy caro: es el estado que replican todos los nodos.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durante la llamada.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función que se ejecuta.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Barato y crece con el tamaño usado.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80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durante la llamada.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Nadie: es de solo lectura.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más barato para parámetros: no se copia.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stack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durante la instrucción.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propia EVM.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Casi gratis, pero limitado a 16 variables accesibles.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0998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983480"/>
            <a:ext cx="11057839" cy="11430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5129784"/>
            <a:ext cx="10655503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calldata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se copia: más barato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 copia a memoria primero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A.17 · LO MEDIMOS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CIFRAS REALES DEL LABORATORIO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94560"/>
                <a:gridCol w="52971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OPERACIÓN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 MEDIDO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 QUE ENSEÑA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Transferir ETH sin contrato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costo base exacto: nada más.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Escribir en una ranura vacía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43 602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21 000 base + 22 100 de estrenar la ranura.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Sobrescribir esa ranura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26 479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Mucho más barato: la ranura ya existía.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Borrarla (volver a cero)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21 445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Casi la base: el protocolo devuelve gas por liberar espacio.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Emitir un evento con dos datos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22 862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mitad que escribir: por eso se registran eventos.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Sumar 50 números · memory / calldata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42 058 / 39 360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Leer sin copiar ahorra.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6941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53212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en la red local de Hardhat con Solidity 0.8.28 y optimizador activo. En el laboratorio primero predicen, después corren el mismo script y comparan.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A.18 · EL VIAJE DE UNA TRANSACCIÓN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LA FIRMA A LA FINALIDAD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65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0" y="1828800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billetera arma la transacción, estima el gas y la firma con la clave privada. Nada ha salido del computador.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596896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59689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8254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MEMPOOL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0" y="2688336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envía a un nodo, que la valida y la propaga por rumor (Sesión 3). Queda pendiente, a la vista de todos.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56432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5643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685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INCLUSIÓN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0" y="3547872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constructor de bloques la elige, normalmente por propina. El validador de turno propone el bloque.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315968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31596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5445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CONFIRMACIÓN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657600" y="4407408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bloque se propaga y otros validadores lo atestiguan. Aparece en el explorador con estado y recibo.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175504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4944" y="517550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80160" y="54041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FINALIDAD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657600" y="5266944"/>
            <a:ext cx="7857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Unas dos épocas después, unos 13 minutos, queda finalizada (Sesión 4).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A.19 · EL RECIBO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LEER UNA TRANSACCIÓN EN EL EXPLORADOR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749040"/>
                <a:gridCol w="483991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CAMPO DEL EXPLORADOR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SIGNIFICA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ERROR TÍPICO AL LEERLO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 o Fail.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Creer que Fail no costó nada.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From · 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firmó y a quién iba.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un token, To es el CONTRATO del token, no quien recibe.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 enviado con la llamada.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Pensar que 0 ETH significa que no se movió valor: los tokens van en data.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Transaction Fee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pagó el remitente.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Confundirlo con el valor transferido.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 Limit &amp; Usage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tope firmado y lo consumido.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Asumir que se cobra el límite cuando la transacción terminó bien.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Burnt Fees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parte quemada de la tarifa base.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Data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campo data, decodificado si el contrato está verificado.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ver nada útil porque el contrato no está verificado.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eventos emitidos.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Ignorarlos: son la forma más confiable de saber qué pasó.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4256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A.20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IDEAS PARA LA UNIDAD II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es una máquina de estados: mismo estado más misma transacción da el mismo resultado en todo el mundo.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una cuenta externa inicia algo. Un contrato nunca actúa por su cuenta.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llamada a función es un selector de 4 bytes seguido de argumentos de 32 bytes.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gas existe porque no se puede saber si un programa termina: se cobra cada paso.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= gas usado × (tarifa base quemada + propina). Lo firmado es un máximo.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en storage es, con diferencia, lo más caro. Diseñar contratos es diseñar alrededor de eso.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60 MINUTOS ·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LABORATORIO 05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se lee la cadena como un forense. Después se predice y se mide el costo de cada instrucción.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ANTES DE EMPEZAR · 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PUNTO DE CONTROL DE BILLETERAS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6949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ABRIR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108960" y="1828800"/>
            <a:ext cx="8406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la billetera creada en la Sesión 2 y desbloquearla.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11057839" cy="694944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542032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743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108960" y="2633472"/>
            <a:ext cx="8406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a la red de prueba Sepolia. Confirmar que la red NO es la principal.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346704"/>
            <a:ext cx="11057839" cy="6949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346704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547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08960" y="3438144"/>
            <a:ext cx="8406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que hay ETH de prueba. Si no, avisar: se reparte desde la billetera institucional.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4151376"/>
            <a:ext cx="11057839" cy="694944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151376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35254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108960" y="4242816"/>
            <a:ext cx="8406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que la frase de recuperación está guardada en papel, fuera del computador.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956048"/>
            <a:ext cx="11057839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75504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514807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QUIEN PERDIÓ LA BILLETERA LA REHACE HOY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5468112"/>
            <a:ext cx="1058235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 la Sesión 6, que es cuando se despliega el primer contrato. Nunca se usa esta billetera con dinero real, y la frase no se comparte con nadie, tampoco con el docente.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PARTE A · 30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FORENSE DE TRES TRANSACCIONES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explorador de Sepolia, cada pareja encuentra tres transacciones reales de tipos distintos y llena la hoja de trabajo.</a:t>
            </a:r>
            <a:endParaRPr lang="en-US" sz="14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231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748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TIPO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CÓMO ENCONTRARLA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TIENE QUE IDENTIFICAR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· Transferencia de ETH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dirección de su propia billetera, si recibió fondos de prueba.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 usado exactamente 21 000. Valor, tarifa base, propina, costo total.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· Transferencia de token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pestaña de transferencias de cualquier token ERC-20 de prueba.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Selector a9059cbb, destinatario real en los argumentos, el evento Transfer en los logs.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65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· Llamada que falló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contrato con mucho uso: filtrar por estado Fail.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qué falló, cuánto gas consumió y cuánto costó igualmente.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404872"/>
            <a:ext cx="11094415" cy="2642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212080"/>
            <a:ext cx="11057839" cy="91440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4315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54041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QUE TIENE QUE RESPONDER EL INFORME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724144"/>
            <a:ext cx="105823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una: ¿cuánto se quemó, cuánto recibió el validador, y por qué el gas usado fue el que fue?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PARTE B · 25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PREDECIR PRIMERO, MEDIR DESPUÉS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7510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PREDECIR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1828800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tabla de A.15, escribir en la hoja cuánto gas creen que cuesta cada operación del contrato Operaciones. Sin correr nada.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615184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615184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200400" y="2706624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repositorio del curso: npm install (una sola vez en el semestre).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93008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7307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200400" y="3584448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npx hardhat run scripts/s05/medir-gas.js — corre en la red local: no gasta ETH ni necesita internet.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370832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6085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200400" y="4462272"/>
            <a:ext cx="8314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Anotar la diferencia entre predicción y medición, y explicar las dos mayores.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285232"/>
            <a:ext cx="11057839" cy="896112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5431536"/>
            <a:ext cx="10655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s05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s05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B.4 · QUÉ SE ENTREGA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EVIDENCIA DEL LABORATORIO 05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83119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CONTENIDO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· forense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tres hashes de transacción con enlace, y la tabla de costos de cada una.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· gas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hoja con predicciones, mediciones y la explicación de las dos mayores diferencias.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Reflexión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párrafo: ¿qué operación evitarían en un contrato real después de hoy, y por qué?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231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1148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Máximo dos páginas. Un informe por pareja. Se sube a la plataforma antes de la Sesión 6.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57839" cy="1325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9743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49469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POLÍTICA DE LABORATORIOS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266944"/>
            <a:ext cx="10582351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hashes de transacción verificables, la parte A no se califica. Y los hashes tienen que abrir en el explorador: una transacción inventada por un asistente de IA no existe en la cadena, y eso se comprueba en diez segundos.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B.5 · ERRORES FRECUENTES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SUELE SALIR MAL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4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876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explorador no encuentra mi dirección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 mirando el explorador de la red principal y no el de Sepolia.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76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«Value: 0» en una transferencia de token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Correcto: el token no es ETH. El monto está en Input Data y en los logs.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76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Input Data es ilegible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contrato no está verificado. Busquen otro token que sí lo esté.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76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npm install falla en la sala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 de red. Plan B: el docente comparte la carpeta node_modules por red local.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76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script da cifras algo distintas a las de la lámina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Otra versión del compilador u optimizador. Las proporciones deben mantenerse.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785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no se resuelve en 5 minutos, se anota en la hoja y se sigue con la siguiente parte. No se pierde el laboratorio por un problema de red.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05 · ETHEREUM Y LA MÁQUINA VIRTUAL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 guardar un dato en la cadena cuesta decenas de miles de gas, ¿qué NO guardarían nunca en un contrato, y dónde lo guardarían en su lugar?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el informe del laboratorio 05 antes de la Sesión 6.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introducción de la documentación oficial de Solidity: «Introduction to Smart Contracts».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Terminar el anteproyecto: se entrega en la Sesión 6. Máximo tres páginas.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jugar las dos primeras lecciones de CryptoZombies.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Cada instrucción tiene precio. Programar bien es saber cuánto cuesta lo que se escribe.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leyeron la máquina desde fuera. La próxima sesión escriben su primer programa para ella y lo despliegan en una red pública.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6 · SOLIDITY I · PRIMER CONTRATO EN SEPOLIA · ENTREGA DEL ANTEPROYECTO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05 · Ethereum y la EVM</dc:title>
  <dc:subject>Sesión 05 · Ethereum y la EVM</dc:subject>
  <dc:creator>Universidad de San Buenaventura Medellín</dc:creator>
  <cp:lastModifiedBy>Universidad de San Buenaventura Medellín</cp:lastModifiedBy>
  <cp:revision>1</cp:revision>
  <dcterms:created xsi:type="dcterms:W3CDTF">2026-09-13T17:09:00Z</dcterms:created>
  <dcterms:modified xsi:type="dcterms:W3CDTF">2026-09-13T17:09:00Z</dcterms:modified>
</cp:coreProperties>
</file>