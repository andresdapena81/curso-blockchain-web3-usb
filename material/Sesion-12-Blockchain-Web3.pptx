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Asume React básico (nivelación entregada en S9). Lo nuevo no es React: es hablar con la cadena y manejar que una transacción NO es instantánea.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3172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" y="3794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CONECTAR</a:t>
            </a:r>
            <a:endParaRPr lang="en-US" sz="2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115568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09744" y="10972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UNIDAD III · WEB 3.0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389120" y="1719072"/>
            <a:ext cx="7269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CONECTAR LA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PANTALLA A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CADENA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389120" y="4224528"/>
            <a:ext cx="7269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hoy todo pasaba en la terminal y el explorador. Hoy, por fin, una interfaz que una persona no técnica puede usar.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89120" y="5120640"/>
            <a:ext cx="7269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 y Web 3.0 · Ingeniería de Sistemas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San Buenaventura Medellín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DE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VAMOS A USAR LAS TRES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sesión más de «producto» del curso. El error que se combate: creer que una transacción es instantánea y siempre exitosa.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11057839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572768" y="259689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 Y ETHERS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572768" y="292608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está descentralizado, Provider/Signer/Contract, y la UX de una transacción.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704527" y="2468880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~65 min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75888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572768" y="38039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LABORATORIO 12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572768" y="413308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interfaz que lee el saldo y transfiere el token de la S10, con los 4 errores.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704527" y="3675888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~85 min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4882896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1572768" y="501091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572768" y="5340096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el frontend con los contratos propios.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704527" y="4882896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PROPÓSITO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 SALIR DE AQUÍ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1887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Construir una interfaz que lea y escriba en contratos, gestionando la billetera y los estados de una transacción.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3154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PREGUNTAS QUE LA SESIÓN RESPONDE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25296" y="363016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dApp, ¿qué parte está de verdad descentralizada y cuál no?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66928" y="4133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25296" y="4197096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diferencia una lectura gratis de una transacción que cuesta gas?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47000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25296" y="47640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¿Cuáles son los cuatro errores que todo principiante ignora?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66928" y="52669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25296" y="5330952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asumir que una transacción es instantánea rompe la aplicación?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6016752"/>
            <a:ext cx="10728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RA6 · Integrar una interfaz Web 3.0 con contratos, gestionando wallets, eventos y estados de transacción.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VOCABULARIO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SIGLAS Y TÉRMINOS DE HOY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DAPP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898648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 descentralizada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Interfaz + contratos. La interfaz suele ser una web normal; lo descentralizado son los contratos.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5576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05576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61608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37296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proveedor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61608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objeto que LEE la cadena. Consultas gratis: saldos, estado, eventos.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SIGNER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898648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firmante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22960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objeto que ESCRIBE: firma transacciones con la clave de la billetera. Cuesta gas.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05576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05576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61608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537296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Binary Interface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61608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descripción de las funciones del contrato que la interfaz necesita para llamarlo.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2960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RPC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898648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Procedure Call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2960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nodo con el que habla la interfaz. Propio, o de un servicio como Alchemy o Infura.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05576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5576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616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 · VIEM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8537296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bibliotecas de JS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6461608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puente entre la interfaz y la cadena. Usamos ethers v6.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66928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66928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29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WAGMI · RAINBOWKIT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2898648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librerías de React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22960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Ganchos y un botón de conexión listos, para no reescribir el mismo código.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205576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205576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61608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CONFIRMACIÓN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537296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6461608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bloque encima de la transacción. Una sola no es finalidad (Sesión 4).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65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ARQUITECTURA Y ETHERS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dApp es, casi siempre, una web normal que además sabe hablar con una cadena. Lo interesante está en ese «además».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 · QUÉ ESTÁ DESCENTRALIZADO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RESPUESTA HONESTA: NO TANTO COMO PARECE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2286000" cy="9144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2103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8368" y="2414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en un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 normal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852928" y="2468880"/>
            <a:ext cx="73152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584448" y="2011680"/>
            <a:ext cx="2286000" cy="91440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75888" y="2103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RPC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75888" y="2414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Alchemy, Infura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nodo propio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870448" y="2468880"/>
            <a:ext cx="73152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601968" y="2011680"/>
            <a:ext cx="22860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93408" y="2103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NODO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693408" y="2414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 de miles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red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87968" y="2468880"/>
            <a:ext cx="73152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619488" y="2011680"/>
            <a:ext cx="2005279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710928" y="2103120"/>
            <a:ext cx="1822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710928" y="2414016"/>
            <a:ext cx="18223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descentralizado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verdad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329184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la última caja es de verdad descentralizada. El frontend vive en un servidor que alguien paga; el RPC suele ser una empresa. Si esa empresa cae, tu «dApp» deja de funcionar aunque el contrato siga vivo.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57839" cy="146304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517136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133856" y="44897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PREGUNTA INCÓMODA Y HONESTA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804672" y="4809744"/>
            <a:ext cx="10582351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tu interfaz depende de un solo proveedor RPC y de un solo servidor de hosting, ¿en qué sentido es «descentralizada»? La respuesta madura: el VALOR y las REGLAS están descentralizados en el contrato; el acceso, muchas veces no. Se puede mejorar (frontend en IPFS, varios RPC), pero hay que decirlo con honestidad.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A.2 · LAS TRES PIEZAS DE ETHERS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PROVIDER, SIGNER, CONTRACT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283464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PROVIDER: lee la cadena (gratis)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BrowserProvider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ethereum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SIGNER: firma y escribe (cuesta gas)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getSigner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CONTRACT: el puente hacia un contrato concreto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DIRECCION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balanceOf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cuenta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lectura: no cuesta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tx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cantidad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escritura: transacción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54880"/>
          <a:ext cx="11057839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760159"/>
                <a:gridCol w="22860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PIEZA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PARA QUÉ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CUESTA GAS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Provider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Leer: saldos, estado, eventos.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Signer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Escribir: firmar transacciones.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Contract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Traducir llamadas de JS a la cadena, usando el ABI.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Según la función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4736592"/>
            <a:ext cx="11094415" cy="14081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A.3 · LEER NO ES ESCRIBIR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DISTINCIÓN QUE DEFINE EL COSTO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42316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LECTURA · VIEW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ficha.balanceOf(ana)</a:t>
            </a:r>
            <a:endParaRPr lang="en-US" sz="1250" dirty="0"/>
          </a:p>
          <a:p>
            <a:pPr indent="0" marL="0">
              <a:lnSpc>
                <a:spcPct val="124000"/>
              </a:lnSpc>
              <a:buNone/>
            </a:pPr>
            <a:endParaRPr lang="en-US" sz="12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provider pregunta al nodo y devuelve la respuesta. No crea transacción, no cuesta gas, es instantánea, no pide confirmación en la billetera. Se puede llamar todas las veces que quieras.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42316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ESCRITURA · TRANSACCIÓN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ficha.transfer(dest, monto)</a:t>
            </a:r>
            <a:endParaRPr lang="en-US" sz="1250" dirty="0"/>
          </a:p>
          <a:p>
            <a:pPr indent="0" marL="0">
              <a:lnSpc>
                <a:spcPct val="124000"/>
              </a:lnSpc>
              <a:buNone/>
            </a:pPr>
            <a:endParaRPr lang="en-US" sz="12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signer arma una transacción, la billetera pide confirmación, cuesta gas, tarda en minarse y puede fallar. Devuelve un objeto tx del que hay que esperar el recibo.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343400"/>
            <a:ext cx="11057839" cy="59436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4416552"/>
            <a:ext cx="1072865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tx = await ficha.transfer(...);   const recibo = await tx.wait();   // dos esperas distintas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57839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29437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33856" y="526694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MALENTENDIDO DE RAÍZ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804672" y="5586984"/>
            <a:ext cx="10582351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 ficha.transfer(...) NO significa «ya se transfirió». Significa «la transacción se envió». La transferencia ocurre cuando tx.wait() devuelve. Confundir esas dos cosas es EL error de esta sesión.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A.4 · EL ABI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ÚNICO QUE LA INTERFAZ NECESITA DEL CONTRATO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8288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"function balanceOf(address) view returns (uint256)"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"function transfer(address to, uint256 amount) returns (bool)"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"event Transfer(address indexed from, address indexed to, uint256 value)"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3749040"/>
            <a:ext cx="1105783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7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ABI describe las funciones y eventos: qué reciben y qué devuelven.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7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 falta el ABI completo: solo lo que la interfaz usa. Aquí, tres líneas.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7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compilar con Hardhat, el ABI completo queda en artifacts/: se puede importar entero.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7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ABI no es secreto: es público, como el contrato.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66928" y="566928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el ABI, la interfaz no sabe cómo empaquetar la llamada (era el selector de 4 bytes de la Sesión 5). Con él, ethers arma el campo data por ti.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A.5 · EL STACK MODERNO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ETHERS A MANO, O WAGMI + RAINBOWKIT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2860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 A MANO (LO DE HOY)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ve cada pieza: provider, signer, contract. Ideal para ENTENDER qué pasa. Es lo que usa la dApp de referencia del laboratorio, en un solo archivo sin compilar.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2860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WAGMI + RAINBOWKIT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Ganchos de React (useAccount, useReadContract, useWriteContract) y un botón de conexión que soporta muchas billeteras. Menos código, más robusto. Es lo que se usa en producción.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4206240"/>
            <a:ext cx="11057839" cy="192024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42569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33856" y="43982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RECOMENDACIÓN PARA EL PROYECTO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04672" y="4718304"/>
            <a:ext cx="10582351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Entiendan hoy con ethers a mano: es la única forma de saber qué hace la magia. Para el proyecto pueden usar wagmi + RainbowKit y ahorrarse la parte tediosa. Lo que se evalúa es que la interfaz maneje bien los estados de transacción, no cuántas líneas escribieron. Ambos caminos valen.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A.6 · ESCUCHAR LA CADENA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 LA INTERFAZ SE ACTUALICE SOLA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6002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"Transfer"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cuenta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cuenta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refrescarSaldo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el saldo cambió: vuelve a leerlo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66928" y="352044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eventos de la Sesión 6 no eran decoración: son cómo la interfaz se entera de que algo cambió sin preguntar en bucle. La aplicación se suscribe al evento Transfer y refresca solo lo que hace falta.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4526280"/>
            <a:ext cx="5391760" cy="16002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1248" y="470916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EVENTOS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41248" y="5093208"/>
            <a:ext cx="484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interfaz pregunta el saldo cada pocos segundos, gaste o no. Ineficiente y siempre un poco desactualizada.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33008" y="4526280"/>
            <a:ext cx="5391760" cy="16002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07328" y="470916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EVENTOS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507328" y="5093208"/>
            <a:ext cx="484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interfaz no pregunta nada hasta que el contrato AVISA. Reacciona al instante y solo cuando importa.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A.7 · LA UX DE WEB3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CUATRO ESTADOS QUE TODOS OLVIDAN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572000"/>
                <a:gridCol w="41998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ESTADO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VE EL USUARIO SI NO SE MANEJA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DEBE MOSTRAR LA INTERFAZ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Red equivocada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transacción falla con un error críptico, o se manda a otra red.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«Estás en la red equivocada, cambia a Sepolia» y bloquear el botón.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Sin billetera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página se rompe: window.ethereum no existe.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«Instala MetaMask» y desactivar la conexión.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Usuario rechaza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app se queda «cargando» para siempre.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«Rechazaste la transacción». Volver al estado normal.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Transacción revierte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app dice «éxito» cuando en realidad falló.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Leer recibo.status; si es 0, «la transacción se revirtió».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2369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5120640"/>
            <a:ext cx="11057839" cy="100584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50976" y="5303520"/>
            <a:ext cx="102897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dApp que solo maneja el camino feliz miente la mitad del tiempo. La calidad está en los otros cuatro caminos.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A.8 · EL CAMINO DE UNA TRANSACCIÓN EN PANTALLA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«ENVIAR» A «CONFIRMADA»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1965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USUARIO PULSA ENVIAR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206240" y="1828800"/>
            <a:ext cx="7308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la dirección y el monto ANTES de tocar la billetera. Si están mal, avisar y no seguir.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2596896"/>
            <a:ext cx="11057839" cy="74980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596896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282549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BILLETERA PIDE FIRMA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206240" y="2688336"/>
            <a:ext cx="7308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«confirma en la billetera». Aquí el usuario puede rechazar (estado 3).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456432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456432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36850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TRANSACCIÓN ENVIADA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206240" y="3547872"/>
            <a:ext cx="7308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hay un hash. Mostrar «esperando confirmación» y el hash. NO decir «listo» todavía.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315968"/>
            <a:ext cx="11057839" cy="74980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4315968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80160" y="45445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ESPERAR EL RECIBO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206240" y="4407408"/>
            <a:ext cx="7308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tx.wait(). Revisar status: 0 es reversión (estado 4).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66928" y="5175504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4944" y="5175504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80160" y="54041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CONFIRMADA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206240" y="5266944"/>
            <a:ext cx="7308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sí: «listo», refrescar el saldo, y quizás enlazar al explorador.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66928" y="5715000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paso tiene su mensaje. El usuario nunca debe quedarse mirando una pantalla que no dice qué está pasando.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A.9 · LO QUE HAY QUE LLEVARSE DEL BLOQUE 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SEIS IDEAS SOBRE DAPPS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44168" y="18105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dApp, lo descentralizado es el contrato; el frontend y el RPC muchas veces no.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44168" y="254203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lee gratis; Signer escribe y cuesta gas.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14553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2004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44168" y="327355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 transfer() significa «enviada», no «transferida»: eso lo dice tx.wait().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87705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93192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344168" y="400507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ABI es lo único que la interfaz necesita para hablarle al contrato.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60857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46634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44168" y="473659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eventos hacen que la interfaz se actualice sola, sin preguntar en bucle.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34009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53949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344168" y="54681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calidad de una dApp está en los cuatro estados de error, no en el camino feliz.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66928" y="60716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85 MINUTOS · EN PAREJAS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LABORATORIO 12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interfaz que conecta la billetera, muestra el saldo del token de la Sesión 10 y transfiere, manejando los cuatro errores.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B.1 · EL PUNTO DE PARTIDA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DAPP DE REFERENCIA EN UN SOLO ARCHIVO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material/dapp-ficha/index.html hay una dApp completa que funciona abriéndola en el navegador, sin compilar nada. Es el andamiaje: hoy se estudia parte por parte y se conecta al token propio.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659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PARTE DE LA DAPP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MUESTRA EN CLASE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Detección de billetera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estado «sin billetera» (error 2), visible sin MetaMask.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Conexión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Pedir cuentas, leer la red, detectar la red equivocada (error 1).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Lectura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balanceOf con formatUnits: el saldo, sin gastar gas.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Escritura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 con parseUnits, tx.wait() y recibo.status (error 4).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Manejo de errores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ACTION_REJECTED (error 3) y los demás, en una función.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on("Transfer") para refrescar el saldo solo.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724912"/>
            <a:ext cx="11094415" cy="28712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5715000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Requisito: poner la dirección de la FichaUSB propia (Sesión 10) en la constante DIRECCION_FICHA.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B.2 · EL EJERCICIO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RECONSTRUIR Y AMPLIAR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194767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CONECTAR AL TOKEN PROPIO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023360" y="1828800"/>
            <a:ext cx="74916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DIRECCION_FICHA por su contrato. Ver el símbolo y el saldo reales.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57839" cy="713232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56032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27706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PROBAR LOS CUATRO ERRORES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023360" y="2651760"/>
            <a:ext cx="74916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Rechazar una firma; cambiar a la red principal; probar sin fondos; ver cada mensaje.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11057839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38328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35935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 UNA LECTURA MÁS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023360" y="3474720"/>
            <a:ext cx="74916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también el suministro total (totalSupply). Es otra llamada view.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206240"/>
            <a:ext cx="11057839" cy="713232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420624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80160" y="44165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 UN BOTÓN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023360" y="4297680"/>
            <a:ext cx="74916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«Refrescar saldo» manual, además del refresco por evento.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66928" y="5321808"/>
            <a:ext cx="11057839" cy="841248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54126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133856" y="5513832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RETO DE VERDAD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804672" y="5833872"/>
            <a:ext cx="10582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Provocar los cuatro errores a propósito y capturar la pantalla de cada uno. Es la evidencia que demuestra que se entendió la UX.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B.3 · QUÉ SE ENTREGA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EVIDENCIA DEL LABORATORIO 12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7034479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EVIDENCIA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DETALLE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PESO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Repositorio del frontend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interfaz conectada al token propio, en el repo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Transferencia real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Captura de una transferencia confirmada, con su hash en Sepolia.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Los cuatro errores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captura por cada estado de error, provocado a propósito.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Reflexión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¿Qué parte de tu dApp NO está descentralizada, y cómo lo mejorarías? Un párrafo.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8712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sesión que viene cierra la Unidad III: IPFS, indexación y firmas sin gas. El Avance 1 se entrega ahí.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30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PROYECTO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la interfaz propia a los contratos propios. El primer momento en que el proyecto se ve como un producto.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HACIA EL AVANCE 1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DEBE FUNCIONAR EN LA SESIÓN 13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03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PIEZA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ESTADO ESPERADO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709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Contratos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Desplegados y verificados en Sepolia, con cobertura ≥ 80 %.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Interfaz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Conecta la billetera, lee al menos un dato y ejecuta al menos una transacción.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709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Estados de 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cuatro manejados, con mensajes claros.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Repositorio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Contratos, pruebas y frontend, documentado en el README.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2311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160520"/>
            <a:ext cx="11057839" cy="18745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37997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33856" y="435254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PREGUNTA DE INTEGRACIÓN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04672" y="4672584"/>
            <a:ext cx="10582351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lee la interfaz y qué escribe? Antes de programar, una pareja escribe en una línea: «la interfaz LEE X con una llamada view, y ESCRIBE Y con una transacción». Si no lo pueden decir así de simple, la interfaz aún no está pensada. Es el mismo corte vertical del proyecto del docente: una función de punta a punta antes que muchas a medias.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TRABAJO AUTÓNOMO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PREGUNTA DE LA SEMANA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12 · WEB 3.0 · FRONTEND Y CADENA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60020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Abran una dApp conocida y desconéctense de internet a mitad de uso. ¿Qué deja de funcionar? Eso les dice qué parte NO estaba de verdad descentralizada.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66928" y="3611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LA PRÓXIMA SESIÓN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977640"/>
            <a:ext cx="1105783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la evidencia del laboratorio 12.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el frontend del proyecto con sus contratos: es parte del Avance 1.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Preparar el Avance 1 completo para la Sesión 13: contratos + pruebas + frontend + repo.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sobre The Graph y ENS para la Sesión 13.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874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SE LLEVAN DE HOY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66928" y="2377440"/>
            <a:ext cx="11057839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await transfer() no dice «hecho», dice «enviado». Esa diferencia es toda la experiencia de usuario de Web3.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66928" y="4343400"/>
            <a:ext cx="99605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hay una interfaz que lee y escribe en la cadena. La próxima sesión la cierra: indexación, nombres legibles y login sin contraseña. Y se entrega el Avance 1.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5349240"/>
            <a:ext cx="11057839" cy="685800"/>
          </a:xfrm>
          <a:prstGeom prst="rect">
            <a:avLst/>
          </a:prstGeom>
          <a:solidFill>
            <a:srgbClr val="1C1B21"/>
          </a:solidFill>
          <a:ln w="12700">
            <a:solidFill>
              <a:srgbClr val="3432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5349240"/>
            <a:ext cx="105091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 · AVANCE 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12 · Frontend Web3</dc:title>
  <dc:subject>Sesión 12 · Frontend Web3</dc:subject>
  <dc:creator>Universidad de San Buenaventura Medellín</dc:creator>
  <cp:lastModifiedBy>Universidad de San Buenaventura Medellín</cp:lastModifiedBy>
  <cp:revision>1</cp:revision>
  <dcterms:created xsi:type="dcterms:W3CDTF">2026-09-13T17:57:26Z</dcterms:created>
  <dcterms:modified xsi:type="dcterms:W3CDTF">2026-09-13T17:57:26Z</dcterms:modified>
</cp:coreProperties>
</file>