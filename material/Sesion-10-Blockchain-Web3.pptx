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Arranca la Unidad III: cosas que la gente usa. El punto de hoy es la interoperabilidad, no la sintaxis.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ESTANDAR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UNIDAD III · WEB 3.0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ERC-20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ESTÁNDAR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COMPARTIDO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token no vale por su código, sino porque miles de aplicaciones ya saben hablarle. Eso es un estándar.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construye SOBRE OpenZeppelin, no a mano: el estándar ya está escrito y auditado. Hoy se decide la tokenómica y se aprende el patrón de aprobación.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9689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ESTÁNDAR Y SU MECÁNICA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 ERC, la interfaz, approve/transferFrom, decimales y tokenómica.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468880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~65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75888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8039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con tope, quema y un contrato de canje que retira lo aprobado.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675888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~85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501091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la tokenómica, o justificar por qué el proyecto no lleva token.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882896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Implementar un token fungible conforme al estándar y entender la mecánica de aprobaciones que usa todo DeFi.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la interoperabilidad depende de un estándar y no del mejor código?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existe approve + transferFrom, y qué riesgo trae?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no hay decimales de verdad, y cómo se representa el valor?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distingue una tokenómica sostenible de un esquema extractivo?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RA3 · Programar contratos aplicando estándares de la industria (ERC-20, OpenZeppelin).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 / EIP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Request for Comments / Improvement Proposal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EIP propone; cuando define una interfaz de aplicación, se le llama ERC. ERC-20 es el número 20.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FUNGIBLE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intercambiable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unidad es idéntica a otra: un punto vale igual que cualquier otro punto. Como el dinero.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ALLOWANCE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autorización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Cuántos tokens de A puede mover un tercero C. La base de approve + transferFrom.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TRANSFERFROM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transferir desde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Mueve tokens de otra cuenta, dentro del límite que esa cuenta autorizó.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DECIMALES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decimals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Cuántas cifras minúsculas tiene el token. 18 es lo habitual. No hay coma flotante real.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MINT · BURN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acuñar · quemar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tokens nuevos (sube el suministro) y destruirlos (lo baja).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EIP-2612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con una firma, sin una transacción aparte. Ahorra un paso y gas al usuario.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TOKENÓMICA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tokenomics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reglas económicas del token: cuánto hay, cómo se emite, cómo se destruye, cómo se reparte.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65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ESTÁNDAR Y SU MECÁNICA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ERC-20 son seis funciones y dos eventos. Que sean SIEMPRE los mismos es justo lo que hace que un token sirva.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QUÉ ES UN ESTÁNDAR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LA FORMA IMPORTA MÁS QUE EL CÓDIGO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ERC no obliga a nadie. Es un acuerdo: «si tu token tiene estas funciones con estos nombres, mi billetera, mi exchange y mi aplicación sabrán usarlo sin conocerte».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11057839" cy="123444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50976" y="2926080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token con código brillante pero funciones con otros nombres no lo reconoce nada. Un token del montón que cumple el estándar lo acepta todo el ecosistema.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66928" y="4160520"/>
            <a:ext cx="5391760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" y="43434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GANA EL ESTÁNDAR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41248" y="4727448"/>
            <a:ext cx="484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billetera muestra el saldo sin saber del token.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exchange puede listarlo.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contratos se componen: DeFi es lego.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33008" y="4160520"/>
            <a:ext cx="5391760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43434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COSTO DEL ESTÁNDAR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07328" y="4727448"/>
            <a:ext cx="484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que respetarlo aunque una parte no guste.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errores del estándar se heredan (A.7).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Innovar en la interfaz rompe la compatibilidad.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LA INTERFAZ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FUNCIONES Y DOS EVENTOS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2004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IERC20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totalSupply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balanceOf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cuenta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allowance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dueno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gastador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gastador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transferFrom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dueno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gastador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512064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es todo. Un token ERC-20 es cualquier contrato que implemente exactamente estas firmas. OpenZeppelin ya lo hace, bien y auditado: nosotros no reescribimos nada de esto.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LO QUE NO 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TOKEN NO ES UNA CUENTA CON MONEDAS DENTRO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mental más común: creer que cada usuario «tiene» tokens en su billetera. No es así.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77440"/>
            <a:ext cx="11057839" cy="59436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450592"/>
            <a:ext cx="1072865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mapping(address =&gt; uint256) private _balances;   // TODO el token es esta tabla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5391760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" y="338328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DÓNDE VIVE EL TOKEN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41248" y="3767328"/>
            <a:ext cx="484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contrato: la FichaUSB. Ese contrato guarda una tabla de saldos. Su billetera no contiene tokens: contiene la clave que autoriza a mover una fila de esa tabla.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33008" y="3200400"/>
            <a:ext cx="5391760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338328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SIGNIFICA «TRANSFERIR»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07328" y="3767328"/>
            <a:ext cx="484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 de una fila y sumar a otra, dentro del mismo contrato. No se mueve nada de un lado a otro: se reescribe una tabla. Por eso una transferencia emite el evento Transfer.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11057839" cy="82296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133856" y="55869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CONSECUENCIA PRÁCTICA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804672" y="5907024"/>
            <a:ext cx="105823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una billetera «vea» un token, hay que darle la dirección del contrato: no está en la billetera, está en el contrato.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SOBRE OPENZEPPELIN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TOKEN DEL LABORATORIO, CASI ENTERO HEREDADO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7315200" cy="39319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6912864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FichaUSB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ERC20Burnable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ERC20Capped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Ownable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topeEnTokens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"Ficha USB"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"FUSB"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ERC20Capped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topeEnTokens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Ownable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acunar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onlyOwner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_mint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_update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ERC20Capped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_update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56448" y="1737360"/>
            <a:ext cx="3468319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ERC20: las seis funciones.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Burnable: quemar los propios.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Capped: tope de emisión.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Ownable: solo el dueño acuña.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único propio: acunar y el _update que compone las extensiones.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58521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_update override es obligatorio en OpenZeppelin v5: al mezclar ERC20 y Capped hay que decir cuál gana.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DECIMALES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1 TOKEN SON 1 000 000 000 000 000 000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EVM no tiene coma flotante (Sesión 5). Un token con 18 decimales guarda internamente enteros enormes, y la coma es pura presentación.</a:t>
            </a:r>
            <a:endParaRPr lang="en-US" sz="14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11057839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591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 QUE VE LA PERSONA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 QUE GUARDA EL CONTRATO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FUSB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1 000 000 000 000 000 000  (1 × 10¹⁸)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 FUSB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500 000 000 000 000 000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0,000000000000000001 FUSB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 (la unidad mínima, indivisible)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496312"/>
            <a:ext cx="11094415" cy="18653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4526280"/>
            <a:ext cx="11057839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745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47183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ERROR DE PRINCIPIANTE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038344"/>
            <a:ext cx="10582351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acunar(ana, 100) pensando en 100 tokens, cuando la función espera unidades mínimas, acuña una fracción invisible. Por eso el token del laboratorio recibe la cantidad EN TOKENS y multiplica por 10**decimals() adentro: la interfaz habla en tokens, el contrato en unidades mínimas.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EL PATRÓN DE APROBACIÓN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TRANSFERIR EN DOS PASOS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mueve MIS tokens. Pero, ¿cómo deja un usuario que un CONTRATO —un exchange, un canje— mueva los suyos, sin entregarle su clave privada? Con una autorización previa y acotada.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2004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8803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approve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319125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autoriza al canje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25 fichas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67328" y="3246120"/>
            <a:ext cx="73152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498848" y="2788920"/>
            <a:ext cx="338328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90288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transferFrom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90288" y="31912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canje retira 25,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una más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246120"/>
            <a:ext cx="73152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613648" y="2788920"/>
            <a:ext cx="3011119" cy="9144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05088" y="2880360"/>
            <a:ext cx="2828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allowance = 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705088" y="3191256"/>
            <a:ext cx="28282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autorización se gastó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023360"/>
            <a:ext cx="11057839" cy="12344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242816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33856" y="42153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HACE SEGURO EL PATRÓN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804672" y="4535424"/>
            <a:ext cx="1058235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contrato NUNCA puede mover más de lo aprobado. Verificado en el laboratorio: un segundo canje sin volver a aprobar revierte. La clave privada de Ana no sale nunca de su billetera.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66928" y="53949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funcionan todos los intercambios descentralizados: primero autorizas al contrato del DEX, después el DEX mueve tus tokens al hacer el swap.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EL RIESGO DEL PATRÓN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APROBACIONES ILIMITADAS: COMODIDAD PELIGROSA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 aplicaciones piden aprobar una cantidad gigante «para no molestar otra vez». Es cómodo y es el origen de robos enormes.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6517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PASA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303580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apruebas una cantidad ilimitada a un contrato, y ese contrato resulta malicioso o es hackeado más adelante, puede vaciar TODO tu saldo de ese token cuando quiera. La autorización sigue viva hasta que la revoques.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246888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6517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HACER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303580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solo lo necesario para la operación. Revisar y revocar aprobaciones viejas (hay herramientas para verlas todas). Desconfiar de una aplicación que pide aprobación ilimitada sin explicarlo.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57839" cy="11430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02936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33856" y="51755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 PARA EL PROYECTO Y PARA LA VIDA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804672" y="5495544"/>
            <a:ext cx="1058235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aprobación es una llave que se queda con otro. Se entrega la más pequeña que sirva, y se recoge cuando ya no se usa. Poner la allowance en cero es revocarla.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APROBAR CON UNA FIRMA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EIP-2612 PERMIT: UN PASO MENOS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patrón clásico exige DOS transacciones: aprobar y luego usar. Permit deja aprobar con una FIRMA fuera de la cadena, que el contrato verifica al usarla. El usuario firma gratis; una sola transacción hace todo.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5391760" cy="19202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9718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PERMIT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484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Transacción 1: approve (cuesta gas).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Transacción 2: la operación (cuesta gas).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confirmaciones en la billetera.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33008" y="2788920"/>
            <a:ext cx="5391760" cy="19202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9718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PERMIT (EIP-2612)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3355848"/>
            <a:ext cx="484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firma fuera de la cadena (gratis, sin gas).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Transacción única: la operación incluye la aprobación.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firma usa EIP-712, que veremos en la Sesión 13.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66928" y="49377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OpenZeppelin lo trae en la extensión ERC20Permit. En el proyecto es opcional, pero mejora mucho la experiencia de usuario.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TOKENÓMICA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REGLAS ECONÓMICAS SON UNA DECISIÓN DE DISEÑO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741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OPCIONES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COMUNICA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Suministro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Fijo (tope) vs. inflacionario (se emite sin fin).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tope da escasez creíble; la inflación permite premiar sin fin, pero diluye.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Emisión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acuña y bajo qué regla.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«El dueño imprime cuando quiere» es una señal de alarma.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Quema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se pueden destruir tokens, y quién.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quema reduce el suministro: puede canjear o retirar de circulación.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Distribución inicial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se reparte el primer lote.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el equipo se queda con casi todo, los demás compran su salida.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Vesting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por partes en el tiempo.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Evita que los primeros vendan todo el día uno.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4198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257800"/>
            <a:ext cx="11057839" cy="86868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50976" y="5440680"/>
            <a:ext cx="102897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diseño sostenible reparte y limita el poder de emisión. Un esquema extractivo concentra ambos en quien lo lanzó.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A.10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IDEAS SOBRE TOKENS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token vale por cumplir el estándar, no por tener el mejor código.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el token es una tabla de saldos dentro de UN contrato.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hereda de OpenZeppelin; casi nada se escribe a mano.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decimales reales: la interfaz habla en tokens, el contrato en unidades mínimas.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+ transferFrom deja que un contrato mueva tus tokens sin tu clave, y solo lo aprobado.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tokenómica es una decisión ética además de técnica: repartir y limitar, o concentrar.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85 MINUTOS · EN PAREJAS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LABORATORIO 10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token con tope y quema, un contrato que canjea por aprobación, y la prueba de que no puede tomar más de lo autorizado.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LO QUE SE CONSTRUYE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FICHAUSB Y CANJE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03520"/>
                <a:gridCol w="36511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HACE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ESTÁNDAR QUE APLICA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FichaUSB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de puntos con tope, acuñación controlada y quema.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ERC20 + Capped + Burnable + Ownable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acunar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organizador crea puntos, hasta el tope.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_mint con control de acceso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Canje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puesto que cobra fichas por un premio, usando la aprobación.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+ transferFrom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2311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160520"/>
            <a:ext cx="11057839" cy="566928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306824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FichaUSB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pasar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66928" y="49377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5721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51297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PRUEBAS ★ SON LAS QUE IMPORTAN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804672" y="5449824"/>
            <a:ext cx="1058235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acuñar sobre el tope; quemar libera espacio; el canje retira exactamente lo aprobado; el contrato no puede tomar más. Esas cuatro son la tesis de la sesión.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EN REMIX O EN HARDHAT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DESPLEGAR, IMPORTAR Y TRANSFERIR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65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0" y="1828800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FichaUSB en Sepolia con un tope (por ejemplo 1 000 000). Verificar el código.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596896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59689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8254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 EN LA BILLETERA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0" y="2688336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Añadir el token con la dirección del contrato. Recordar: no aparece solo (A.3).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456432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456432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6850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ACUÑAR Y TRANSFERIR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0" y="3547872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Acuñar puntos a un compañero y que él los vea en su billetera.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315968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31596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5445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CANJEAR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657600" y="4407408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Canje, aprobar el precio desde la billetera, y canjear. Revisar que la allowance quedó en cero.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175504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4944" y="5175504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80160" y="54041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REVOCAR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657600" y="5266944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de nuevo y luego poner la aprobación en cero: ver que el canje ya no funciona.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66928" y="5413248"/>
            <a:ext cx="11057839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32704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133856" y="5605272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RECORDATORIO DE LA BILLETERA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804672" y="5925312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firmar cada approve, mirar A QUIÉN se autoriza y CUÁNTO. Es el gesto que evita los robos de A.7.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QUÉ SE ENTREGA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EVIDENCIA DEL LABORATORIO 10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217359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EVIDENCIA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DETALLE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Token verificado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FichaUSB en Sepolia, verificado, importado en la billetera.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Transferencia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 de una transferencia entre dos cuentas del curso.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Canje completo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Hashes de: approve, canjear, y el intento fallido tras revocar.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Tokenómica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párrafo: ¿por qué eligieron ese tope? ¿Quemarían? ¿Cómo repartirían?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871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con hashes verificables en el explorador. Un token que no aparece en la cadena no se califica.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30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PROYECTO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Muchos proyectos no necesitan un token. Decidir eso con honestidad vale tanto como diseñar uno bueno.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LA DECISIÓN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¿SU PROYECTO LLEVA TOKEN, O NO?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SÍ, SI…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algo intercambiable que circula entre usuarios.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necesita representar valor, puntos o participación fungibles.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interoperabilidad con otras apps aporta de verdad.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NO, SI…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token se añade «porque es un curso de blockchain».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variable en un contrato haría lo mismo sin token.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sirve para especular, sin uso real dentro del proyecto.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251960"/>
            <a:ext cx="11057839" cy="18745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471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44439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AUTÓNOMO, PARA EL AVANCE 1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4764024"/>
            <a:ext cx="10582351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la tokenómica del proyecto —suministro, emisión, quema, distribución— O escribir medio página justificando por qué NO lleva token. Las dos respuestas valen igual; lo que no vale es un token decorativo. Es el mismo criterio de pertinencia de la Sesión 1.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ERC-20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¿Han aprobado alguna vez una cantidad ilimitada de un token a una aplicación? Revisen sus aprobaciones activas con una herramienta de revocación y cuenten qué encontraron.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la evidencia del laboratorio 10.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la tokenómica del proyecto, o justificar por qué no lleva token.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sobre NFTs e IPFS para la Sesión 11: la diferencia entre «el NFT» y «el archivo».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no haya empezado la nivelación de React: la Sesión 12 la asume por completo.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token no vale por su código. Vale porque todo el ecosistema ya sabe hablarle.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construyeron algo fungible: cada unidad igual a otra. La próxima sesión, lo contrario: tokens únicos, y el problema de dónde vive de verdad la imagen.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11 · NFTS, ERC-721/1155 Y ALMACENAMIENTO DESCENTRALIZADO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10 · ERC-20</dc:title>
  <dc:subject>Sesión 10 · ERC-20</dc:subject>
  <dc:creator>Universidad de San Buenaventura Medellín</dc:creator>
  <cp:lastModifiedBy>Universidad de San Buenaventura Medellín</cp:lastModifiedBy>
  <cp:revision>1</cp:revision>
  <dcterms:created xsi:type="dcterms:W3CDTF">2026-09-13T17:50:10Z</dcterms:created>
  <dcterms:modified xsi:type="dcterms:W3CDTF">2026-09-13T17:50:10Z</dcterms:modified>
</cp:coreProperties>
</file>