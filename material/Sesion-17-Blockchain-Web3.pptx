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sesión. Tres bloques: las sustentaciones, la auditoría cruzada #2 y el cierre del curso. Cronómetro estricto.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criterio de pertinencia de la rúbrica y el hilo de todo el curso desde la Sesión 1. Premiar la honestidad explícitamente.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agradeciendo el trabajo del semestre y recordando que el proyecto del docente (entradas) también recorrió este camino, en paralelo con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3172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SUSTENTAR</a:t>
            </a:r>
            <a:endParaRPr lang="en-US" sz="2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15568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09744" y="10972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17 · CIERRE DEL CURSO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389120" y="1719072"/>
            <a:ext cx="7269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DAY: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MOSTRAR Y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DEFENDER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4389120" y="4224528"/>
            <a:ext cx="7269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día de sustentar lo construido, defenderlo con preguntas reales, y mirar hacia dónde sigue el camino.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389120" y="5120640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8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y Web 3.0 · Ingeniería de Sistemas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8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Medellín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DE HOY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VAMOS A USAR LAS TRES HORAS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17 · DEMO DAY Y CIERRE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día es de los equipos, no del docente. La mayor parte del tiempo son las sustentaciones y las preguntas entre pares.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468880"/>
            <a:ext cx="11057839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468880"/>
            <a:ext cx="777240" cy="1024128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468880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572768" y="25968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SUSTENTACIONES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572768" y="292608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 por equipo + 5 de preguntas. Con demo en vivo sobre testnet.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704527" y="2468880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~la mayor parte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3675888"/>
            <a:ext cx="11057839" cy="1024128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3675888"/>
            <a:ext cx="777240" cy="1024128"/>
          </a:xfrm>
          <a:prstGeom prst="rect">
            <a:avLst/>
          </a:prstGeom>
          <a:solidFill>
            <a:srgbClr val="D9D6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675888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572768" y="38039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AUDITORÍA CRUZADA #2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572768" y="41330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formula una pregunta técnica al equipo evaluado. Se califica la pregunta.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704527" y="3675888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incluido en 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4882896"/>
            <a:ext cx="11057839" cy="1024128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" y="4882896"/>
            <a:ext cx="777240" cy="1024128"/>
          </a:xfrm>
          <a:prstGeom prst="rect">
            <a:avLst/>
          </a:prstGeom>
          <a:solidFill>
            <a:srgbClr val="D9D6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4882896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1572768" y="5010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 DEL CURSO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572768" y="534009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Retrospectiva, rutas de profundización y qué sigue.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704527" y="4882896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PROPÓSITO DE LA SESIÓN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 SALIR DE AQUÍ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17 · DEMO DAY Y CIERRE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18872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0976" y="1920240"/>
            <a:ext cx="102897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Sustentar públicamente la solución construida y defenderla técnicamente ante preguntas de pares y del docente.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66928" y="3154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PREGUNTAS QUE LA SESIÓN RESPONDE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25296" y="3630168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proyecto de verdad necesita blockchain, con honestidad?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6928" y="41330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25296" y="4197096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decisiones de diseño se tomaron, y qué se sacrificó con cada una?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4700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25296" y="4764024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vulnerabilidades se consideraron y cómo se mitigaron?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6928" y="5266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25296" y="5330952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¿Cuáles son los límites y el costo real de la solución?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943600"/>
            <a:ext cx="11057839" cy="45720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6016752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siete RA convergen aquí: se sustenta y se defiende todo lo del semestre.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+ 5 MINUTOS POR EQUIPO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SUSTENTACIONES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Quince minutos para contar el problema, la solución, la demo, la seguridad y los límites. Cinco de preguntas. Cronómetro visible.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17 · DEMO DAY Y CIERRE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 · LA ESTRUCTURA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CINCO PARTES EN QUINCE MINUTOS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17 · DEMO DAY Y CIERRE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040880"/>
                <a:gridCol w="182239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CONTAR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MINUTOS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Problema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sufre qué. Y, con honestidad: ¿de verdad requiere blockchain?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Arquitectura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Contratos, interfaz, almacenamiento. Las decisiones de diseño y qué se sacrificó.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 en vivo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Sobre testnet. El flujo principal, funcionando de verdad.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Seguridad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Vulnerabilidades consideradas y mitigaciones aplicadas.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Límites y futuro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Costos estimados, qué no resuelve, qué sigue.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19072"/>
            <a:ext cx="11094415" cy="305409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" y="5029200"/>
            <a:ext cx="11057839" cy="109728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24865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3856" y="522122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DEMO EN VIVO PUEDE FALLAR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804672" y="5541264"/>
            <a:ext cx="1058235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de prueba, faucets, conexión: cualquier cosa puede caerse en el peor momento. Por eso se pidió un video de respaldo de 3 minutos. Tener el plan B listo es parte de la madurez profesional, no una rendición.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A.2 · LO QUE DISTINGUE UNA BUENA SUSTENTACIÓN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5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HONESTIDAD SOBRE ENTUSIASMO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17 · DEMO DAY Y CIERRE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5391760" cy="2331720"/>
          </a:xfrm>
          <a:prstGeom prst="rect">
            <a:avLst/>
          </a:prstGeom>
          <a:solidFill>
            <a:srgbClr val="FFFFFF"/>
          </a:solidFill>
          <a:ln w="22225">
            <a:solidFill>
              <a:srgbClr val="B3261E"/>
            </a:solidFill>
            <a:prstDash val="solid"/>
          </a:ln>
          <a:effectLst>
            <a:outerShdw sx="100000" sy="100000" kx="0" ky="0" algn="bl" rotWithShape="0" blurRad="101600" dist="63500" dir="2700000">
              <a:srgbClr val="B3261E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" y="192024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SUSTENTACIÓN FLOJA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1248" y="2304288"/>
            <a:ext cx="484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 la tecnología como mágica.</a:t>
            </a:r>
            <a:endParaRPr lang="en-US" sz="130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Esconde lo que no funciona.</a:t>
            </a:r>
            <a:endParaRPr lang="en-US" sz="130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«Usamos blockchain porque es innovador».</a:t>
            </a:r>
            <a:endParaRPr lang="en-US" sz="130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 qué pasa si algo falla.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33008" y="1737360"/>
            <a:ext cx="5391760" cy="233172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07328" y="192024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BUENA SUSTENTACIÓN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07328" y="2304288"/>
            <a:ext cx="484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qué resuelve y qué no.</a:t>
            </a:r>
            <a:endParaRPr lang="en-US" sz="130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los límites sin que se los saquen.</a:t>
            </a:r>
            <a:endParaRPr lang="en-US" sz="130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 por qué blockchain, o admite dónde no hacía falta.</a:t>
            </a:r>
            <a:endParaRPr lang="en-US" sz="130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«¿y si…?» con solvencia.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4206240"/>
            <a:ext cx="11057839" cy="1234440"/>
          </a:xfrm>
          <a:prstGeom prst="rect">
            <a:avLst/>
          </a:prstGeom>
          <a:solidFill>
            <a:srgbClr val="FFFFFF"/>
          </a:solidFill>
          <a:ln w="349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50976" y="4389120"/>
            <a:ext cx="102897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equipo que dice «aquí una base de datos habría bastado, pero esta parte sí necesita la cadena porque…» demuestra más que el que jura que todo es revolucionario.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A.3 · AUDITORÍA CRUZADA #2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PREGUNTA TAMBIÉN SE CALIFICA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17 · DEMO DAY Y CIERRE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terminar cada sustentación, otro equipo formula al menos una pregunta técnica. No es un trámite: la CALIDAD de la pregunta se evalúa.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651760"/>
            <a:ext cx="5391760" cy="2286000"/>
          </a:xfrm>
          <a:prstGeom prst="rect">
            <a:avLst/>
          </a:prstGeom>
          <a:solidFill>
            <a:srgbClr val="FFFFFF"/>
          </a:solidFill>
          <a:ln w="22225">
            <a:solidFill>
              <a:srgbClr val="B3261E"/>
            </a:solidFill>
            <a:prstDash val="solid"/>
          </a:ln>
          <a:effectLst>
            <a:outerShdw sx="100000" sy="100000" kx="0" ky="0" algn="bl" rotWithShape="0" blurRad="101600" dist="63500" dir="2700000">
              <a:srgbClr val="B3261E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283464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PREGUNTAS QUE NO APORTAN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" y="3218688"/>
            <a:ext cx="484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«¿Cuánto tardaron en hacerlo?»</a:t>
            </a:r>
            <a:endParaRPr lang="en-US" sz="12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«¿Por qué eligieron ese color?»</a:t>
            </a:r>
            <a:endParaRPr lang="en-US" sz="12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Cualquiera que se responde con sí o no.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33008" y="2651760"/>
            <a:ext cx="5391760" cy="228600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07328" y="283464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PREGUNTAS QUE DEMUESTRAN CRITERIO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07328" y="3218688"/>
            <a:ext cx="484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«¿Qué pasa si dos usuarios llaman esa función en el mismo bloque?»</a:t>
            </a:r>
            <a:endParaRPr lang="en-US" sz="12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«¿Su contrato es vulnerable a reentrancy en la función de retiro?»</a:t>
            </a:r>
            <a:endParaRPr lang="en-US" sz="12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«¿De dónde saca el precio, y qué pasa si el oráculo miente?»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5029200"/>
            <a:ext cx="11057839" cy="105156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248656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33856" y="522122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SE EVALÚA PREGUNTAR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04672" y="5541264"/>
            <a:ext cx="105823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código ajeno y encontrarle la grieta es una competencia profesional central (Sesión 9). Una buena pregunta demuestra que se entendió el proyecto del otro.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A.4 · LA RÚBRICA, A LA VISTA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 QUÉ SE CALIFICA EL PROYECTO FINAL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17 · DEMO DAY Y CIERRE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  <a:gridCol w="676015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CRITERIO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PESO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MIRA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Pertinencia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¿De verdad necesita blockchain? ¿Descartó alternativas con argumentos?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Calidad de contratos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limpio, estándares, gas, eventos bien diseñados.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Pruebas y despliegue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≥ 80 %, casos límite, despliegue verificado y reproducible.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Seguridad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Vulnerabilidades documentadas, mitigadas; análisis estático sin críticos.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Integración e interfaz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dApp funcional, estados manejados, usable por alguien no experto.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Sustentación y docs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Claridad, dominio, responde con solvencia; README reproducible.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19072"/>
            <a:ext cx="11094415" cy="378561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562356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aquí es sorpresa: son los mismos criterios que se anunciaron en la Sesión 6 y se revisaron en cada avance.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APROXIMADAMENTE 30 MINUTOS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 DEL CURSO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construyeron, qué aprendieron a preguntar, y hacia dónde sigue el camino si quieren seguirlo.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17 · DEMO DAY Y CIERRE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C.1 · RETROSPECTIVA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4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SABEN HACER QUE NO SABÍAN EN LA SESIÓN 1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17 · DEMO DAY Y CIERRE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Explicar, con precisión, qué problema resuelve blockchain y cuándo NO usarla.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Programar, probar, desplegar y verificar contratos con un flujo profesional.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 y explotar las vulnerabilidades más comunes, y defenderse de ellas.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una dApp completa: contratos, interfaz, almacenamiento e infraestructura.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tokens, NFTs y gobernanza on-chain con estándares de la industria.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una solución con honestidad: costos, límites, regulación y ética.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5029200"/>
            <a:ext cx="11057839" cy="1097280"/>
          </a:xfrm>
          <a:prstGeom prst="rect">
            <a:avLst/>
          </a:prstGeom>
          <a:solidFill>
            <a:srgbClr val="FFFFFF"/>
          </a:solidFill>
          <a:ln w="349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50976" y="5212080"/>
            <a:ext cx="10289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habilidad más valiosa del curso no es escribir Solidity. Es saber cuándo NO usar blockchain, y poder defender esa decisión.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C.2 · HACIA DÓNDE SEGUIR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RUTAS DE PROFUNDIZACIÓN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17 · DEMO DAY Y CIERRE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0839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RUTA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 DÓNDE EMPEZAR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Seguridad y auditoría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Encontrar fallos por oficio. Muy demandado y bien pagado.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Damn Vulnerable DeFi, competencias de auditoría, Ethernaut completo.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Conocimiento cero (ZK)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frontera técnica: probar sin revelar. Matemática intensa.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Circom, zkSync, cursos de ZK.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Infraestructura de protocolo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Construir las cadenas y las L2, no encima de ellas.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 de Ethereum, el diseño de rollups.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Producto Web3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Diseñar dApps que la gente de verdad use.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Scaffold-ETH, Speed Run Ethereum.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19072"/>
            <a:ext cx="11094415" cy="305409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49377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lo más importante: hay trabajos de grado y semilleros en la universidad donde seguir cualquiera de estas rutas. Toquen la puerta.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C.3 · LA ÚLTIMA IDEA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SE LLEVAN, MÁS ALLÁ DEL CÓDIGO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17 · DEMO DAY Y CIERRE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ecosistema está lleno de promesas exageradas, de proyectos que no necesitaban existir y de estafas con buen diseño. Ustedes ahora tienen las herramientas para distinguir.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66928" y="2743200"/>
            <a:ext cx="1105783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alguien diga «esto es seguro porque usa blockchain», sabrán preguntar qué propiedad concreta aporta.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prometan rendimientos altísimos, sabrán preguntar de dónde sale el dinero.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vendan un token que no hace nada, lo reconocerán.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cuando de verdad haga falta una cadena, sabrán construirla bien.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5029200"/>
            <a:ext cx="11057839" cy="1097280"/>
          </a:xfrm>
          <a:prstGeom prst="rect">
            <a:avLst/>
          </a:prstGeom>
          <a:solidFill>
            <a:srgbClr val="FFFFFF"/>
          </a:solidFill>
          <a:ln w="349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50976" y="5212080"/>
            <a:ext cx="10289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curso empezó con una pregunta —¿qué problema resuelve blockchain?— y termina con la capacidad de responderla, caso por caso, con honestidad.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20116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346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GRACIAS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y Web 3.0 · Ingeniería de Sistemas · Universidad de San Buenaventura Medellín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17 · DEMO DAY Y CIERRE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17 · Demo Day</dc:title>
  <dc:subject>Sesión 17 · Demo Day</dc:subject>
  <dc:creator>Universidad de San Buenaventura Medellín</dc:creator>
  <cp:lastModifiedBy>Universidad de San Buenaventura Medellín</cp:lastModifiedBy>
  <cp:revision>1</cp:revision>
  <dcterms:created xsi:type="dcterms:W3CDTF">2026-09-13T18:12:14Z</dcterms:created>
  <dcterms:modified xsi:type="dcterms:W3CDTF">2026-09-13T18:12:14Z</dcterms:modified>
</cp:coreProperties>
</file>